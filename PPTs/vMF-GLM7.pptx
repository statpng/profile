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saveSubsetFonts="1">
  <p:sldMasterIdLst>
    <p:sldMasterId id="2147483648" r:id="rId1"/>
  </p:sldMasterIdLst>
  <p:notesMasterIdLst>
    <p:notesMasterId r:id="rId36"/>
  </p:notesMasterIdLst>
  <p:handoutMasterIdLst>
    <p:handoutMasterId r:id="rId37"/>
  </p:handoutMasterIdLst>
  <p:sldIdLst>
    <p:sldId id="256" r:id="rId2"/>
    <p:sldId id="257" r:id="rId3"/>
    <p:sldId id="258" r:id="rId4"/>
    <p:sldId id="259" r:id="rId5"/>
    <p:sldId id="260" r:id="rId6"/>
    <p:sldId id="261" r:id="rId7"/>
    <p:sldId id="263" r:id="rId8"/>
    <p:sldId id="264" r:id="rId9"/>
    <p:sldId id="265" r:id="rId10"/>
    <p:sldId id="266" r:id="rId11"/>
    <p:sldId id="272" r:id="rId12"/>
    <p:sldId id="267" r:id="rId13"/>
    <p:sldId id="268" r:id="rId14"/>
    <p:sldId id="269" r:id="rId15"/>
    <p:sldId id="270" r:id="rId16"/>
    <p:sldId id="271"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Lst>
  <p:sldSz cx="9359900" cy="7037388"/>
  <p:notesSz cx="6858000" cy="9296400"/>
  <p:defaultTex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217" userDrawn="1">
          <p15:clr>
            <a:srgbClr val="A4A3A4"/>
          </p15:clr>
        </p15:guide>
        <p15:guide id="2" pos="294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A008F"/>
    <a:srgbClr val="645E96"/>
    <a:srgbClr val="940065"/>
    <a:srgbClr val="0F0FE7"/>
    <a:srgbClr val="C5003C"/>
    <a:srgbClr val="D4605B"/>
    <a:srgbClr val="690098"/>
    <a:srgbClr val="000000"/>
    <a:srgbClr val="FF0000"/>
    <a:srgbClr val="0432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420"/>
    <p:restoredTop sz="81644"/>
  </p:normalViewPr>
  <p:slideViewPr>
    <p:cSldViewPr>
      <p:cViewPr varScale="1">
        <p:scale>
          <a:sx n="100" d="100"/>
          <a:sy n="100" d="100"/>
        </p:scale>
        <p:origin x="1776" y="168"/>
      </p:cViewPr>
      <p:guideLst>
        <p:guide orient="horz" pos="2217"/>
        <p:guide pos="2948"/>
      </p:guideLst>
    </p:cSldViewPr>
  </p:slideViewPr>
  <p:outlineViewPr>
    <p:cViewPr>
      <p:scale>
        <a:sx n="33" d="100"/>
        <a:sy n="33" d="100"/>
      </p:scale>
      <p:origin x="0" y="0"/>
    </p:cViewPr>
  </p:outlineViewPr>
  <p:notesTextViewPr>
    <p:cViewPr>
      <p:scale>
        <a:sx n="100" d="100"/>
        <a:sy n="100" d="100"/>
      </p:scale>
      <p:origin x="0" y="-640"/>
    </p:cViewPr>
  </p:notesTextViewPr>
  <p:sorterViewPr>
    <p:cViewPr>
      <p:scale>
        <a:sx n="96" d="100"/>
        <a:sy n="96" d="100"/>
      </p:scale>
      <p:origin x="0" y="0"/>
    </p:cViewPr>
  </p:sorterViewPr>
  <p:notesViewPr>
    <p:cSldViewPr>
      <p:cViewPr varScale="1">
        <p:scale>
          <a:sx n="81" d="100"/>
          <a:sy n="81" d="100"/>
        </p:scale>
        <p:origin x="3384" y="19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F603380B-B0E5-1E41-898F-F519D3F04BD4}"/>
              </a:ext>
            </a:extLst>
          </p:cNvPr>
          <p:cNvSpPr>
            <a:spLocks noGrp="1" noChangeArrowheads="1"/>
          </p:cNvSpPr>
          <p:nvPr>
            <p:ph type="hdr" sz="quarter"/>
          </p:nvPr>
        </p:nvSpPr>
        <p:spPr bwMode="auto">
          <a:xfrm>
            <a:off x="0" y="0"/>
            <a:ext cx="2971800" cy="4651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200">
                <a:latin typeface="Arial" charset="0"/>
                <a:ea typeface="ＭＳ Ｐゴシック" pitchFamily="-128" charset="-128"/>
                <a:cs typeface="+mn-cs"/>
              </a:defRPr>
            </a:lvl1pPr>
          </a:lstStyle>
          <a:p>
            <a:pPr>
              <a:defRPr/>
            </a:pPr>
            <a:endParaRPr lang="en-US"/>
          </a:p>
        </p:txBody>
      </p:sp>
      <p:sp>
        <p:nvSpPr>
          <p:cNvPr id="25603" name="Rectangle 3">
            <a:extLst>
              <a:ext uri="{FF2B5EF4-FFF2-40B4-BE49-F238E27FC236}">
                <a16:creationId xmlns:a16="http://schemas.microsoft.com/office/drawing/2014/main" id="{04026C37-B80E-C24B-9E88-FA99A45E25D0}"/>
              </a:ext>
            </a:extLst>
          </p:cNvPr>
          <p:cNvSpPr>
            <a:spLocks noGrp="1" noChangeArrowheads="1"/>
          </p:cNvSpPr>
          <p:nvPr>
            <p:ph type="dt" sz="quarter" idx="1"/>
          </p:nvPr>
        </p:nvSpPr>
        <p:spPr bwMode="auto">
          <a:xfrm>
            <a:off x="3886200" y="0"/>
            <a:ext cx="2971800" cy="4651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200">
                <a:latin typeface="Arial" charset="0"/>
                <a:ea typeface="ＭＳ Ｐゴシック" pitchFamily="-128" charset="-128"/>
                <a:cs typeface="+mn-cs"/>
              </a:defRPr>
            </a:lvl1pPr>
          </a:lstStyle>
          <a:p>
            <a:pPr>
              <a:defRPr/>
            </a:pPr>
            <a:endParaRPr lang="en-US"/>
          </a:p>
        </p:txBody>
      </p:sp>
      <p:sp>
        <p:nvSpPr>
          <p:cNvPr id="25604" name="Rectangle 4">
            <a:extLst>
              <a:ext uri="{FF2B5EF4-FFF2-40B4-BE49-F238E27FC236}">
                <a16:creationId xmlns:a16="http://schemas.microsoft.com/office/drawing/2014/main" id="{8957E0CB-DC64-3B48-9B37-BCF79F09A8BF}"/>
              </a:ext>
            </a:extLst>
          </p:cNvPr>
          <p:cNvSpPr>
            <a:spLocks noGrp="1" noChangeArrowheads="1"/>
          </p:cNvSpPr>
          <p:nvPr>
            <p:ph type="ftr" sz="quarter" idx="2"/>
          </p:nvPr>
        </p:nvSpPr>
        <p:spPr bwMode="auto">
          <a:xfrm>
            <a:off x="0" y="8831263"/>
            <a:ext cx="2971800" cy="465137"/>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defRPr sz="1200">
                <a:latin typeface="Arial" charset="0"/>
                <a:ea typeface="ＭＳ Ｐゴシック" pitchFamily="-128" charset="-128"/>
                <a:cs typeface="+mn-cs"/>
              </a:defRPr>
            </a:lvl1pPr>
          </a:lstStyle>
          <a:p>
            <a:pPr>
              <a:defRPr/>
            </a:pPr>
            <a:endParaRPr lang="en-US"/>
          </a:p>
        </p:txBody>
      </p:sp>
      <p:sp>
        <p:nvSpPr>
          <p:cNvPr id="25605" name="Rectangle 5">
            <a:extLst>
              <a:ext uri="{FF2B5EF4-FFF2-40B4-BE49-F238E27FC236}">
                <a16:creationId xmlns:a16="http://schemas.microsoft.com/office/drawing/2014/main" id="{A34B0AAA-6BE7-7E43-816B-E40E483F3C3F}"/>
              </a:ext>
            </a:extLst>
          </p:cNvPr>
          <p:cNvSpPr>
            <a:spLocks noGrp="1" noChangeArrowheads="1"/>
          </p:cNvSpPr>
          <p:nvPr>
            <p:ph type="sldNum" sz="quarter" idx="3"/>
          </p:nvPr>
        </p:nvSpPr>
        <p:spPr bwMode="auto">
          <a:xfrm>
            <a:off x="3886200" y="8831263"/>
            <a:ext cx="2971800" cy="465137"/>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defRPr sz="1200"/>
            </a:lvl1pPr>
          </a:lstStyle>
          <a:p>
            <a:fld id="{CBF271F2-DA77-EF4B-9CD1-CA6D8710FAAE}"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DF24420F-AF4B-5C46-8056-5D910B865BF4}"/>
              </a:ext>
            </a:extLst>
          </p:cNvPr>
          <p:cNvSpPr>
            <a:spLocks noGrp="1" noChangeArrowheads="1"/>
          </p:cNvSpPr>
          <p:nvPr>
            <p:ph type="hdr" sz="quarter"/>
          </p:nvPr>
        </p:nvSpPr>
        <p:spPr bwMode="auto">
          <a:xfrm>
            <a:off x="0" y="0"/>
            <a:ext cx="2971800" cy="4651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200">
                <a:latin typeface="Arial" charset="0"/>
                <a:ea typeface="ＭＳ Ｐゴシック" pitchFamily="-128" charset="-128"/>
                <a:cs typeface="+mn-cs"/>
              </a:defRPr>
            </a:lvl1pPr>
          </a:lstStyle>
          <a:p>
            <a:pPr>
              <a:defRPr/>
            </a:pPr>
            <a:endParaRPr lang="en-US"/>
          </a:p>
        </p:txBody>
      </p:sp>
      <p:sp>
        <p:nvSpPr>
          <p:cNvPr id="8195" name="Rectangle 3">
            <a:extLst>
              <a:ext uri="{FF2B5EF4-FFF2-40B4-BE49-F238E27FC236}">
                <a16:creationId xmlns:a16="http://schemas.microsoft.com/office/drawing/2014/main" id="{3B924D16-6BFA-8345-8B93-A3AEE269E5A1}"/>
              </a:ext>
            </a:extLst>
          </p:cNvPr>
          <p:cNvSpPr>
            <a:spLocks noGrp="1" noChangeArrowheads="1"/>
          </p:cNvSpPr>
          <p:nvPr>
            <p:ph type="dt" idx="1"/>
          </p:nvPr>
        </p:nvSpPr>
        <p:spPr bwMode="auto">
          <a:xfrm>
            <a:off x="3886200" y="0"/>
            <a:ext cx="2971800" cy="4651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200">
                <a:latin typeface="Arial" charset="0"/>
                <a:ea typeface="ＭＳ Ｐゴシック" pitchFamily="-128" charset="-128"/>
                <a:cs typeface="+mn-cs"/>
              </a:defRPr>
            </a:lvl1pPr>
          </a:lstStyle>
          <a:p>
            <a:pPr>
              <a:defRPr/>
            </a:pPr>
            <a:endParaRPr lang="en-US"/>
          </a:p>
        </p:txBody>
      </p:sp>
      <p:sp>
        <p:nvSpPr>
          <p:cNvPr id="14340" name="Rectangle 4">
            <a:extLst>
              <a:ext uri="{FF2B5EF4-FFF2-40B4-BE49-F238E27FC236}">
                <a16:creationId xmlns:a16="http://schemas.microsoft.com/office/drawing/2014/main" id="{755FF7E0-B307-634B-9339-DF9AD012A448}"/>
              </a:ext>
            </a:extLst>
          </p:cNvPr>
          <p:cNvSpPr>
            <a:spLocks noGrp="1" noRot="1" noChangeAspect="1" noChangeArrowheads="1" noTextEdit="1"/>
          </p:cNvSpPr>
          <p:nvPr>
            <p:ph type="sldImg" idx="2"/>
          </p:nvPr>
        </p:nvSpPr>
        <p:spPr bwMode="auto">
          <a:xfrm>
            <a:off x="1111250" y="696913"/>
            <a:ext cx="46355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7" name="Rectangle 5">
            <a:extLst>
              <a:ext uri="{FF2B5EF4-FFF2-40B4-BE49-F238E27FC236}">
                <a16:creationId xmlns:a16="http://schemas.microsoft.com/office/drawing/2014/main" id="{AEFFD5C8-78B6-FF42-A46A-20422A8A6BB1}"/>
              </a:ext>
            </a:extLst>
          </p:cNvPr>
          <p:cNvSpPr>
            <a:spLocks noGrp="1" noChangeArrowheads="1"/>
          </p:cNvSpPr>
          <p:nvPr>
            <p:ph type="body" sz="quarter" idx="3"/>
          </p:nvPr>
        </p:nvSpPr>
        <p:spPr bwMode="auto">
          <a:xfrm>
            <a:off x="914400" y="4416425"/>
            <a:ext cx="5029200" cy="41830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198" name="Rectangle 6">
            <a:extLst>
              <a:ext uri="{FF2B5EF4-FFF2-40B4-BE49-F238E27FC236}">
                <a16:creationId xmlns:a16="http://schemas.microsoft.com/office/drawing/2014/main" id="{BC272FE3-3C16-1A47-B0C8-D3C5C0CCB3E0}"/>
              </a:ext>
            </a:extLst>
          </p:cNvPr>
          <p:cNvSpPr>
            <a:spLocks noGrp="1" noChangeArrowheads="1"/>
          </p:cNvSpPr>
          <p:nvPr>
            <p:ph type="ftr" sz="quarter" idx="4"/>
          </p:nvPr>
        </p:nvSpPr>
        <p:spPr bwMode="auto">
          <a:xfrm>
            <a:off x="0" y="8831263"/>
            <a:ext cx="2971800" cy="465137"/>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defRPr sz="1200">
                <a:latin typeface="Arial" charset="0"/>
                <a:ea typeface="ＭＳ Ｐゴシック" pitchFamily="-128" charset="-128"/>
                <a:cs typeface="+mn-cs"/>
              </a:defRPr>
            </a:lvl1pPr>
          </a:lstStyle>
          <a:p>
            <a:pPr>
              <a:defRPr/>
            </a:pPr>
            <a:endParaRPr lang="en-US"/>
          </a:p>
        </p:txBody>
      </p:sp>
      <p:sp>
        <p:nvSpPr>
          <p:cNvPr id="8199" name="Rectangle 7">
            <a:extLst>
              <a:ext uri="{FF2B5EF4-FFF2-40B4-BE49-F238E27FC236}">
                <a16:creationId xmlns:a16="http://schemas.microsoft.com/office/drawing/2014/main" id="{99DD3E75-5D26-7947-BC17-2BB545583528}"/>
              </a:ext>
            </a:extLst>
          </p:cNvPr>
          <p:cNvSpPr>
            <a:spLocks noGrp="1" noChangeArrowheads="1"/>
          </p:cNvSpPr>
          <p:nvPr>
            <p:ph type="sldNum" sz="quarter" idx="5"/>
          </p:nvPr>
        </p:nvSpPr>
        <p:spPr bwMode="auto">
          <a:xfrm>
            <a:off x="3886200" y="8831263"/>
            <a:ext cx="2971800" cy="465137"/>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defRPr sz="1200"/>
            </a:lvl1pPr>
          </a:lstStyle>
          <a:p>
            <a:fld id="{752CE135-B0CC-3344-9090-57BC678B6CB5}"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pitchFamily="-128"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pitchFamily="-128"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pitchFamily="-128"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pitchFamily="-128"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pitchFamily="-128"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start from our motivating data. This is hippocampus shape data from the </a:t>
            </a:r>
            <a:r>
              <a:rPr lang="en-US" dirty="0" err="1"/>
              <a:t>ParkWest</a:t>
            </a:r>
            <a:r>
              <a:rPr lang="en-US" dirty="0"/>
              <a:t> study of Parkinson's disease.</a:t>
            </a:r>
          </a:p>
          <a:p>
            <a:endParaRPr lang="en-US" dirty="0"/>
          </a:p>
          <a:p>
            <a:r>
              <a:rPr lang="en-US" dirty="0"/>
              <a:t>Our question is a simple one. We want to know whether the shape of the hippocampus differs between the patient group and the control group.</a:t>
            </a:r>
          </a:p>
          <a:p>
            <a:endParaRPr lang="en-US" dirty="0"/>
          </a:p>
          <a:p>
            <a:r>
              <a:rPr lang="en-US" dirty="0"/>
              <a:t>So the question is about the shape. And the first thing we need is a way to write a shape in a mathematical form.</a:t>
            </a:r>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1</a:t>
            </a:fld>
            <a:endParaRPr lang="en-US" altLang="en-US"/>
          </a:p>
        </p:txBody>
      </p:sp>
    </p:spTree>
    <p:extLst>
      <p:ext uri="{BB962C8B-B14F-4D97-AF65-F5344CB8AC3E}">
        <p14:creationId xmlns:p14="http://schemas.microsoft.com/office/powerpoint/2010/main" val="14499503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this purpose, we use the skeletal representation, especially the LP-ds-rep of Taheri and Schulz. Under this representation, each hippocampus becomes a set of vectors and frames attached to an interior skeleton. If you look at the figure. We have the centroid, the connection vectors forming the spine, the spoke vectors pointing to the boundary, and the frames.</a:t>
            </a:r>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2</a:t>
            </a:fld>
            <a:endParaRPr lang="en-US" altLang="en-US"/>
          </a:p>
        </p:txBody>
      </p:sp>
    </p:spTree>
    <p:extLst>
      <p:ext uri="{BB962C8B-B14F-4D97-AF65-F5344CB8AC3E}">
        <p14:creationId xmlns:p14="http://schemas.microsoft.com/office/powerpoint/2010/main" val="27490213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[P11]</a:t>
            </a:r>
          </a:p>
          <a:p>
            <a:endParaRPr lang="en-US" dirty="0"/>
          </a:p>
          <a:p>
            <a:r>
              <a:rPr lang="en-US" dirty="0"/>
              <a:t>So a data point lies in this product space. The centroid is in R three. The connection directions and the spoke directions are two dimensional sphere $S^2$, together with their lengths in $R^1$. And the frames are in SO(3), which can be written as a unit quaternion, that is, a point on $S^3$.</a:t>
            </a:r>
          </a:p>
          <a:p>
            <a:endParaRPr lang="en-US" dirty="0"/>
          </a:p>
          <a:p>
            <a:r>
              <a:rPr lang="en-US" dirty="0"/>
              <a:t>So in this product space, every important component lies on a sphere. This is why we focus on a sphere.</a:t>
            </a:r>
          </a:p>
          <a:p>
            <a:endParaRPr lang="en-US" dirty="0"/>
          </a:p>
          <a:p>
            <a:r>
              <a:rPr lang="en-US" dirty="0"/>
              <a:t>In this work we focus on a single connection direction so that each data point is in $S^2$, and we ask how it changes with covariates such as disease status, age, and sex.</a:t>
            </a:r>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3</a:t>
            </a:fld>
            <a:endParaRPr lang="en-US" altLang="en-US"/>
          </a:p>
        </p:txBody>
      </p:sp>
    </p:spTree>
    <p:extLst>
      <p:ext uri="{BB962C8B-B14F-4D97-AF65-F5344CB8AC3E}">
        <p14:creationId xmlns:p14="http://schemas.microsoft.com/office/powerpoint/2010/main" val="6098131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analyze this kind of spherical data, one familiar approach is </a:t>
            </a:r>
            <a:r>
              <a:rPr lang="en-US" dirty="0" err="1"/>
              <a:t>Euclideanization</a:t>
            </a:r>
            <a:r>
              <a:rPr lang="en-US" dirty="0"/>
              <a:t>, which calculate the </a:t>
            </a:r>
            <a:r>
              <a:rPr lang="en-US" dirty="0" err="1"/>
              <a:t>Frechet</a:t>
            </a:r>
            <a:r>
              <a:rPr lang="en-US" dirty="0"/>
              <a:t> mean and the Tangent Space. Then, each data point can be mapped onto the tangent space by the log map, and then we can apply ordinary Euclidean regression in this flat tangent space.</a:t>
            </a:r>
          </a:p>
          <a:p>
            <a:endParaRPr lang="en-US" dirty="0"/>
          </a:p>
          <a:p>
            <a:r>
              <a:rPr lang="en-US" dirty="0"/>
              <a:t>But there is a limitation. The log map keeps only the geodesic distance from the </a:t>
            </a:r>
            <a:r>
              <a:rPr lang="en-US" dirty="0" err="1"/>
              <a:t>Frechet</a:t>
            </a:r>
            <a:r>
              <a:rPr lang="en-US" dirty="0"/>
              <a:t> mean. It does not keep the pairwise distances among all points. So when the data are located far from the </a:t>
            </a:r>
            <a:r>
              <a:rPr lang="en-US" dirty="0" err="1"/>
              <a:t>Frechet</a:t>
            </a:r>
            <a:r>
              <a:rPr lang="en-US" dirty="0"/>
              <a:t> mean, the distortion becomes larger.</a:t>
            </a:r>
          </a:p>
          <a:p>
            <a:endParaRPr lang="en-US" dirty="0"/>
          </a:p>
          <a:p>
            <a:r>
              <a:rPr lang="en-US" dirty="0"/>
              <a:t>This is the main reason we want a model directly on the sphere.</a:t>
            </a:r>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4</a:t>
            </a:fld>
            <a:endParaRPr lang="en-US" altLang="en-US"/>
          </a:p>
        </p:txBody>
      </p:sp>
    </p:spTree>
    <p:extLst>
      <p:ext uri="{BB962C8B-B14F-4D97-AF65-F5344CB8AC3E}">
        <p14:creationId xmlns:p14="http://schemas.microsoft.com/office/powerpoint/2010/main" val="40915797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spherical response y, we consider the von Mises-Fisher distribution.</a:t>
            </a:r>
          </a:p>
          <a:p>
            <a:endParaRPr lang="en-US" dirty="0"/>
          </a:p>
          <a:p>
            <a:r>
              <a:rPr lang="en-US" dirty="0"/>
              <a:t>The density has two parameters: Kappa and Zeta. Kappa is the concentration parameter, and zeta is the mean direction parameter.</a:t>
            </a:r>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5</a:t>
            </a:fld>
            <a:endParaRPr lang="en-US" altLang="en-US"/>
          </a:p>
        </p:txBody>
      </p:sp>
    </p:spTree>
    <p:extLst>
      <p:ext uri="{BB962C8B-B14F-4D97-AF65-F5344CB8AC3E}">
        <p14:creationId xmlns:p14="http://schemas.microsoft.com/office/powerpoint/2010/main" val="806845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we can think that a covariate can act in two ways: rotate the mean direction, or change the concentration, or it can do both at the same time.</a:t>
            </a:r>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6</a:t>
            </a:fld>
            <a:endParaRPr lang="en-US" altLang="en-US"/>
          </a:p>
        </p:txBody>
      </p:sp>
    </p:spTree>
    <p:extLst>
      <p:ext uri="{BB962C8B-B14F-4D97-AF65-F5344CB8AC3E}">
        <p14:creationId xmlns:p14="http://schemas.microsoft.com/office/powerpoint/2010/main" val="37700286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is the natural parameter theta, equal to kappa times zeta, as one single vector.</a:t>
            </a:r>
          </a:p>
          <a:p>
            <a:endParaRPr lang="en-US" dirty="0"/>
          </a:p>
          <a:p>
            <a:r>
              <a:rPr lang="en-US" dirty="0"/>
              <a:t>In this way, the direction and the concentration are carried by one unconstrained vector. The direction of theta is zeta, and the length of theta is kappa.</a:t>
            </a:r>
          </a:p>
          <a:p>
            <a:endParaRPr lang="en-US" dirty="0"/>
          </a:p>
          <a:p>
            <a:r>
              <a:rPr lang="en-US" dirty="0"/>
              <a:t>The reparametrized </a:t>
            </a:r>
            <a:r>
              <a:rPr lang="en-US" dirty="0" err="1"/>
              <a:t>vMF</a:t>
            </a:r>
            <a:r>
              <a:rPr lang="en-US" dirty="0"/>
              <a:t> density is exactly a canonical exponential family. This canonical form is what makes the standard likelihood theory work.</a:t>
            </a:r>
          </a:p>
          <a:p>
            <a:endParaRPr lang="en-US" dirty="0"/>
          </a:p>
          <a:p>
            <a:r>
              <a:rPr lang="en-US" dirty="0"/>
              <a:t>And the first derivative of the function b is the mean vector. One thing to note here is that the mean vector E(y) is located within a unit ball, but the natural parameter theta lies in a $</a:t>
            </a:r>
            <a:r>
              <a:rPr lang="en-US" dirty="0" err="1"/>
              <a:t>R^q</a:t>
            </a:r>
            <a:r>
              <a:rPr lang="en-US" dirty="0"/>
              <a:t>$ space.</a:t>
            </a:r>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7</a:t>
            </a:fld>
            <a:endParaRPr lang="en-US" altLang="en-US"/>
          </a:p>
        </p:txBody>
      </p:sp>
    </p:spTree>
    <p:extLst>
      <p:ext uri="{BB962C8B-B14F-4D97-AF65-F5344CB8AC3E}">
        <p14:creationId xmlns:p14="http://schemas.microsoft.com/office/powerpoint/2010/main" val="9676074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using this relationship, we can link the conditional expectation linearly to the covariates, through this way. Here, g is the inverse function of the first derivative of b, defined on the open unit ball.</a:t>
            </a:r>
          </a:p>
          <a:p>
            <a:r>
              <a:rPr lang="en-US" dirty="0"/>
              <a:t>Here, we assume that the covariates are column-centered so that mu becomes the natural parameter at the average covariate value. </a:t>
            </a:r>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8</a:t>
            </a:fld>
            <a:endParaRPr lang="en-US" altLang="en-US"/>
          </a:p>
        </p:txBody>
      </p:sp>
    </p:spTree>
    <p:extLst>
      <p:ext uri="{BB962C8B-B14F-4D97-AF65-F5344CB8AC3E}">
        <p14:creationId xmlns:p14="http://schemas.microsoft.com/office/powerpoint/2010/main" val="28520414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pictures show the sampling process. The purple arrow is the baseline vector mu. The red arrow is x beta. And their sum is theta, the dashed blue arrow. The direction of theta is zeta, and its length is kappa. The black dots are the responses drawn around zeta.</a:t>
            </a:r>
          </a:p>
          <a:p>
            <a:endParaRPr lang="en-US" dirty="0"/>
          </a:p>
          <a:p>
            <a:r>
              <a:rPr lang="en-US" dirty="0"/>
              <a:t>The important point is that, as x changes, theta can move. And when theta moves, the direction and the concentration change at the same time. So the two effects are coupled by construction. And this is exactly what our inference has to separate.</a:t>
            </a:r>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9</a:t>
            </a:fld>
            <a:endParaRPr lang="en-US" altLang="en-US"/>
          </a:p>
        </p:txBody>
      </p:sp>
    </p:spTree>
    <p:extLst>
      <p:ext uri="{BB962C8B-B14F-4D97-AF65-F5344CB8AC3E}">
        <p14:creationId xmlns:p14="http://schemas.microsoft.com/office/powerpoint/2010/main" val="42602304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here, our idea is simple. We decompose beta-j-hat into two orthogonal projections. One onto the mu-hat direction, and one onto the orthogonal complement of mu-hat.</a:t>
            </a:r>
          </a:p>
          <a:p>
            <a:endParaRPr lang="en-US" dirty="0"/>
          </a:p>
          <a:p>
            <a:r>
              <a:rPr lang="en-US" dirty="0"/>
              <a:t>The interpretation is as follows. If beta is parallel to mu, the direction never changes, and only the length changes. So the parallel part is the concentration effect. And if beta is orthogonal to mu, the direction rotates. So the orthogonal part can be thought of as the location effect.</a:t>
            </a:r>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10</a:t>
            </a:fld>
            <a:endParaRPr lang="en-US" altLang="en-US"/>
          </a:p>
        </p:txBody>
      </p:sp>
    </p:spTree>
    <p:extLst>
      <p:ext uri="{BB962C8B-B14F-4D97-AF65-F5344CB8AC3E}">
        <p14:creationId xmlns:p14="http://schemas.microsoft.com/office/powerpoint/2010/main" val="14870593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estimation, we stack the intercept mu and all the coefficient vectors into a single parameter gamma, and we rewrite the covariates by a Kronecker product. Then the log-likelihood, the score, and the Fisher information all take the usual GLM form.</a:t>
            </a:r>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11</a:t>
            </a:fld>
            <a:endParaRPr lang="en-US" altLang="en-US"/>
          </a:p>
        </p:txBody>
      </p:sp>
    </p:spTree>
    <p:extLst>
      <p:ext uri="{BB962C8B-B14F-4D97-AF65-F5344CB8AC3E}">
        <p14:creationId xmlns:p14="http://schemas.microsoft.com/office/powerpoint/2010/main" val="40534548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family is canonical, the log-likelihood is concave. So this proposition gives the uniqueness of MLE. If the centered design matrix has full column rank, then the Fisher information is positive definite for all gamma, and the MLE is unique whenever it exists. The existence fails only in a degenerate case.</a:t>
            </a:r>
          </a:p>
          <a:p>
            <a:endParaRPr lang="en-US" dirty="0"/>
          </a:p>
          <a:p>
            <a:r>
              <a:rPr lang="en-US" dirty="0"/>
              <a:t>And we can compute the MLE by the usual IRLS algorithm.</a:t>
            </a:r>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12</a:t>
            </a:fld>
            <a:endParaRPr lang="en-US" altLang="en-US"/>
          </a:p>
        </p:txBody>
      </p:sp>
    </p:spTree>
    <p:extLst>
      <p:ext uri="{BB962C8B-B14F-4D97-AF65-F5344CB8AC3E}">
        <p14:creationId xmlns:p14="http://schemas.microsoft.com/office/powerpoint/2010/main" val="9079124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move to the asymptotic theory. Our theory is built on the canonical-link GLM framework of </a:t>
            </a:r>
            <a:r>
              <a:rPr lang="en-US" dirty="0" err="1"/>
              <a:t>Fahrmeir</a:t>
            </a:r>
            <a:r>
              <a:rPr lang="en-US" dirty="0"/>
              <a:t> and Kaufmann (</a:t>
            </a:r>
            <a:r>
              <a:rPr lang="ko-KR" altLang="en-US" dirty="0" err="1"/>
              <a:t>파어마이어</a:t>
            </a:r>
            <a:r>
              <a:rPr lang="ko-KR" altLang="en-US" dirty="0"/>
              <a:t> </a:t>
            </a:r>
            <a:r>
              <a:rPr lang="en-US" dirty="0"/>
              <a:t>and </a:t>
            </a:r>
            <a:r>
              <a:rPr lang="ko-KR" altLang="en-US" dirty="0" err="1"/>
              <a:t>카우프만</a:t>
            </a:r>
            <a:r>
              <a:rPr lang="en-US" altLang="ko-KR" dirty="0"/>
              <a:t>). </a:t>
            </a:r>
            <a:r>
              <a:rPr lang="en-US" dirty="0"/>
              <a:t>There are four assumptions.</a:t>
            </a:r>
          </a:p>
          <a:p>
            <a:endParaRPr lang="en-US" dirty="0"/>
          </a:p>
          <a:p>
            <a:r>
              <a:rPr lang="en-US" dirty="0"/>
              <a:t>&gt; A1 says compact covariates; </a:t>
            </a:r>
          </a:p>
          <a:p>
            <a:endParaRPr lang="en-US" dirty="0"/>
          </a:p>
          <a:p>
            <a:r>
              <a:rPr lang="en-US" dirty="0"/>
              <a:t>&gt; A2 says the true parameter lies in the interior of an open convex set;</a:t>
            </a:r>
          </a:p>
          <a:p>
            <a:endParaRPr lang="en-US" dirty="0"/>
          </a:p>
          <a:p>
            <a:r>
              <a:rPr lang="en-US" dirty="0"/>
              <a:t>&gt; A3 says the smallest eigenvalue of the Fisher information is at least of order n.</a:t>
            </a:r>
          </a:p>
          <a:p>
            <a:endParaRPr lang="en-US" dirty="0"/>
          </a:p>
          <a:p>
            <a:r>
              <a:rPr lang="en-US" dirty="0"/>
              <a:t>&gt; A4 says the normalized information converges to a positive definite limit.</a:t>
            </a:r>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13</a:t>
            </a:fld>
            <a:endParaRPr lang="en-US" altLang="en-US"/>
          </a:p>
        </p:txBody>
      </p:sp>
    </p:spTree>
    <p:extLst>
      <p:ext uri="{BB962C8B-B14F-4D97-AF65-F5344CB8AC3E}">
        <p14:creationId xmlns:p14="http://schemas.microsoft.com/office/powerpoint/2010/main" val="40581486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these assumptions, we have two lemmas.</a:t>
            </a:r>
          </a:p>
          <a:p>
            <a:endParaRPr lang="en-US" dirty="0"/>
          </a:p>
          <a:p>
            <a:r>
              <a:rPr lang="en-US" dirty="0"/>
              <a:t>&gt; The first lemma says that the information ratio goes uniformly to the identity, over this shrinking neighborhood. What this means is that the log-likelihood is locally concave around true parameter gamma-zero.</a:t>
            </a:r>
          </a:p>
          <a:p>
            <a:endParaRPr lang="en-US" dirty="0"/>
          </a:p>
          <a:p>
            <a:r>
              <a:rPr lang="en-US" dirty="0"/>
              <a:t>&gt; The second lemma says that the standardized score goes to a standard normal. But it is not identically distributed, so this follows from the Lindeberg-Feller central limit theorem.</a:t>
            </a:r>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14</a:t>
            </a:fld>
            <a:endParaRPr lang="en-US" altLang="en-US"/>
          </a:p>
        </p:txBody>
      </p:sp>
    </p:spTree>
    <p:extLst>
      <p:ext uri="{BB962C8B-B14F-4D97-AF65-F5344CB8AC3E}">
        <p14:creationId xmlns:p14="http://schemas.microsoft.com/office/powerpoint/2010/main" val="4836024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conclusion is standard. The MLE is consistent. And root n times this difference goes to a normal with covariance Sigma.</a:t>
            </a:r>
          </a:p>
          <a:p>
            <a:endParaRPr lang="en-US" dirty="0"/>
          </a:p>
          <a:p>
            <a:r>
              <a:rPr lang="en-US" dirty="0"/>
              <a:t>In this situation, we need the joint distribution of mu-hat and beta-j-hat, so we use selection matrices, which just pick out the mu block and the beta-j block. </a:t>
            </a:r>
          </a:p>
          <a:p>
            <a:endParaRPr lang="en-US" dirty="0"/>
          </a:p>
          <a:p>
            <a:r>
              <a:rPr lang="en-US" dirty="0"/>
              <a:t>Since mu-hat and beta-j-hat are simply linear transformations of gamma-hat, we can easily obtain their joint normal distribution.</a:t>
            </a:r>
          </a:p>
          <a:p>
            <a:endParaRPr lang="en-US" dirty="0"/>
          </a:p>
          <a:p>
            <a:r>
              <a:rPr lang="en-US" dirty="0"/>
              <a:t>In practice, Sigma is replaced by the plug-in estimator, because it is consistent estimator by this theorem.</a:t>
            </a:r>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15</a:t>
            </a:fld>
            <a:endParaRPr lang="en-US" altLang="en-US"/>
          </a:p>
        </p:txBody>
      </p:sp>
    </p:spTree>
    <p:extLst>
      <p:ext uri="{BB962C8B-B14F-4D97-AF65-F5344CB8AC3E}">
        <p14:creationId xmlns:p14="http://schemas.microsoft.com/office/powerpoint/2010/main" val="42327440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projections use mu-hat, which is random. So we apply the delta method to the joint distribution of mu-hat and beta-j-hat. Then we obtain these two results:</a:t>
            </a:r>
          </a:p>
          <a:p>
            <a:r>
              <a:rPr lang="en-US" dirty="0"/>
              <a:t>the estimators for the location effect and concentration effect, both follow the asymptotic normal distribution, with covariances Omega-loc and Omega-conc from their own Jacobians, respectively.</a:t>
            </a:r>
          </a:p>
          <a:p>
            <a:endParaRPr lang="en-US" dirty="0"/>
          </a:p>
          <a:p>
            <a:r>
              <a:rPr lang="en-US" dirty="0"/>
              <a:t>One thing to note is that each Jacobian has two blocks.</a:t>
            </a:r>
          </a:p>
          <a:p>
            <a:endParaRPr lang="en-US" dirty="0"/>
          </a:p>
          <a:p>
            <a:r>
              <a:rPr lang="en-US" dirty="0"/>
              <a:t>&gt; The right block carries the uncertainty of beta-j-hat onto the corresponding subspace.</a:t>
            </a:r>
          </a:p>
          <a:p>
            <a:endParaRPr lang="en-US" dirty="0"/>
          </a:p>
          <a:p>
            <a:r>
              <a:rPr lang="en-US" dirty="0"/>
              <a:t>&gt; The left block, which is minus G-zero or plus G-zero, carries the extra uncertainty from estimating mu-hat.</a:t>
            </a:r>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16</a:t>
            </a:fld>
            <a:endParaRPr lang="en-US" altLang="en-US"/>
          </a:p>
        </p:txBody>
      </p:sp>
    </p:spTree>
    <p:extLst>
      <p:ext uri="{BB962C8B-B14F-4D97-AF65-F5344CB8AC3E}">
        <p14:creationId xmlns:p14="http://schemas.microsoft.com/office/powerpoint/2010/main" val="34780535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can define the test statistics, for the three hypotheses we saw before: The global null, the location null, and the concentration null.</a:t>
            </a:r>
          </a:p>
          <a:p>
            <a:endParaRPr lang="en-US" dirty="0"/>
          </a:p>
          <a:p>
            <a:r>
              <a:rPr lang="en-US" dirty="0"/>
              <a:t>Here one thing to note is that under the two projected nulls, location and concentration, the asymptotic covariance becomes singular. </a:t>
            </a:r>
          </a:p>
          <a:p>
            <a:r>
              <a:rPr lang="en-US" dirty="0"/>
              <a:t>&lt; </a:t>
            </a:r>
            <a:r>
              <a:rPr lang="ko-KR" altLang="en-US" dirty="0"/>
              <a:t>왜</a:t>
            </a:r>
            <a:r>
              <a:rPr lang="en-US" altLang="ko-KR" dirty="0"/>
              <a:t>? &gt;</a:t>
            </a:r>
          </a:p>
          <a:p>
            <a:endParaRPr lang="en-US" altLang="ko-KR" dirty="0"/>
          </a:p>
          <a:p>
            <a:r>
              <a:rPr lang="en-US" dirty="0"/>
              <a:t>To avoid this, we take U-hat, whose columns are orthonormal bases of the asymptotic covariance. Then, we can use the ordinary inverse operator. And the outer U-hat brings it back to the original q coordinates.</a:t>
            </a:r>
          </a:p>
          <a:p>
            <a:endParaRPr lang="en-US" dirty="0"/>
          </a:p>
          <a:p>
            <a:r>
              <a:rPr lang="en-US" dirty="0"/>
              <a:t>Then, under its own null hypothesis, our test statistic W-global, W-loc, W-conc, all go to chi-squared distributions with q, q-1, 1 degrees of freedoms.</a:t>
            </a:r>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17</a:t>
            </a:fld>
            <a:endParaRPr lang="en-US" altLang="en-US"/>
          </a:p>
        </p:txBody>
      </p:sp>
    </p:spTree>
    <p:extLst>
      <p:ext uri="{BB962C8B-B14F-4D97-AF65-F5344CB8AC3E}">
        <p14:creationId xmlns:p14="http://schemas.microsoft.com/office/powerpoint/2010/main" val="26174233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theorem gives results about the type I error rate control and the statistical power under Pitman local alternative.</a:t>
            </a:r>
          </a:p>
          <a:p>
            <a:endParaRPr lang="en-US" dirty="0"/>
          </a:p>
          <a:p>
            <a:r>
              <a:rPr lang="en-US" dirty="0"/>
              <a:t>Let me skip this slide</a:t>
            </a:r>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18</a:t>
            </a:fld>
            <a:endParaRPr lang="en-US" altLang="en-US"/>
          </a:p>
        </p:txBody>
      </p:sp>
    </p:spTree>
    <p:extLst>
      <p:ext uri="{BB962C8B-B14F-4D97-AF65-F5344CB8AC3E}">
        <p14:creationId xmlns:p14="http://schemas.microsoft.com/office/powerpoint/2010/main" val="27731161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obtain confidence regions like these forms.</a:t>
            </a:r>
          </a:p>
          <a:p>
            <a:r>
              <a:rPr lang="en-US" dirty="0"/>
              <a:t>The three precision matrices have rank q, q minus one, and one. So we can display each region on its own subspace. The location region is an (q-1) dimensional ellipsoid on the mu-hat-perp, and the concentration region is an one dimensional interval along mu-hat.</a:t>
            </a:r>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19</a:t>
            </a:fld>
            <a:endParaRPr lang="en-US" altLang="en-US"/>
          </a:p>
        </p:txBody>
      </p:sp>
    </p:spTree>
    <p:extLst>
      <p:ext uri="{BB962C8B-B14F-4D97-AF65-F5344CB8AC3E}">
        <p14:creationId xmlns:p14="http://schemas.microsoft.com/office/powerpoint/2010/main" val="4738329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look at the geometry once more. We first consider the natural parameter theta as a function of x. Then we can check how the direction and the concentration change as x changes.</a:t>
            </a:r>
          </a:p>
          <a:p>
            <a:endParaRPr lang="en-US" dirty="0"/>
          </a:p>
          <a:p>
            <a:r>
              <a:rPr lang="en-US" dirty="0"/>
              <a:t>Let me start from some cases.</a:t>
            </a:r>
          </a:p>
          <a:p>
            <a:endParaRPr lang="en-US" dirty="0"/>
          </a:p>
          <a:p>
            <a:r>
              <a:rPr lang="en-US" dirty="0"/>
              <a:t>&gt; If beta is parallel to mu, then the direction is fixed at mu, and only the length changes. This beta is a pure concentration effect, because it affects the concentration only.</a:t>
            </a:r>
          </a:p>
          <a:p>
            <a:endParaRPr lang="en-US" dirty="0"/>
          </a:p>
          <a:p>
            <a:r>
              <a:rPr lang="en-US" dirty="0"/>
              <a:t>&gt; However, if beta is orthogonal to mu, then the direction rotates. But the length also grows, by x squared times the norm of beta squared. So in this case the location effect is contaminated by the length. And for a general beta, there is one more gap, **this one**.</a:t>
            </a:r>
          </a:p>
          <a:p>
            <a:endParaRPr lang="en-US" dirty="0"/>
          </a:p>
          <a:p>
            <a:r>
              <a:rPr lang="en-US" dirty="0"/>
              <a:t>Now the important thing is that these two gaps are of second order of x beta, relative to the baseline </a:t>
            </a:r>
            <a:r>
              <a:rPr lang="en-US" dirty="0" err="1"/>
              <a:t>bmu</a:t>
            </a:r>
            <a:r>
              <a:rPr lang="en-US" dirty="0"/>
              <a:t>. So they become small when the norm of mu grows, or when x beta is small. When this happens, the two projections are the pure location and the pure concentration effects.</a:t>
            </a:r>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20</a:t>
            </a:fld>
            <a:endParaRPr lang="en-US" altLang="en-US"/>
          </a:p>
        </p:txBody>
      </p:sp>
    </p:spTree>
    <p:extLst>
      <p:ext uri="{BB962C8B-B14F-4D97-AF65-F5344CB8AC3E}">
        <p14:creationId xmlns:p14="http://schemas.microsoft.com/office/powerpoint/2010/main" val="10616463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practice, we can check it by one single quantity r-hat, this form.</a:t>
            </a:r>
          </a:p>
          <a:p>
            <a:endParaRPr lang="en-US" dirty="0"/>
          </a:p>
          <a:p>
            <a:r>
              <a:rPr lang="en-US" dirty="0"/>
              <a:t>&gt; If r-hat is about 0.1, the direction gap is less than one degree. So the two projections are essentially pure.</a:t>
            </a:r>
          </a:p>
          <a:p>
            <a:endParaRPr lang="en-US" dirty="0"/>
          </a:p>
          <a:p>
            <a:r>
              <a:rPr lang="en-US" dirty="0"/>
              <a:t>&gt; If r-hat is about one half, the gap becomes 7 degrees. In that case we should not call them pure effects.</a:t>
            </a:r>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21</a:t>
            </a:fld>
            <a:endParaRPr lang="en-US" altLang="en-US"/>
          </a:p>
        </p:txBody>
      </p:sp>
    </p:spTree>
    <p:extLst>
      <p:ext uri="{BB962C8B-B14F-4D97-AF65-F5344CB8AC3E}">
        <p14:creationId xmlns:p14="http://schemas.microsoft.com/office/powerpoint/2010/main" val="31326723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we can consider the nonlinear extension, </a:t>
            </a:r>
          </a:p>
          <a:p>
            <a:r>
              <a:rPr lang="en-US" dirty="0"/>
              <a:t>but let me skip this slide.</a:t>
            </a:r>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22</a:t>
            </a:fld>
            <a:endParaRPr lang="en-US" altLang="en-US"/>
          </a:p>
        </p:txBody>
      </p:sp>
    </p:spTree>
    <p:extLst>
      <p:ext uri="{BB962C8B-B14F-4D97-AF65-F5344CB8AC3E}">
        <p14:creationId xmlns:p14="http://schemas.microsoft.com/office/powerpoint/2010/main" val="15854950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describe the simulation setup. We consider the two dimensional sphere, with mu-zero equal to (zero, zero, ten), and these four sample sizes.</a:t>
            </a:r>
          </a:p>
          <a:p>
            <a:endParaRPr lang="en-US" dirty="0"/>
          </a:p>
          <a:p>
            <a:r>
              <a:rPr lang="en-US" dirty="0"/>
              <a:t>We have a binary covariate X1, and a continuous confounder X2, with strong correlation zero point eight.</a:t>
            </a:r>
          </a:p>
          <a:p>
            <a:endParaRPr lang="en-US" dirty="0"/>
          </a:p>
          <a:p>
            <a:r>
              <a:rPr lang="en-US" dirty="0"/>
              <a:t>And the true coefficient is written in this form, so that s-loc and s-conc control the two effect sizes. When either one is zero, the corresponding null hypothesis holds.</a:t>
            </a:r>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23</a:t>
            </a:fld>
            <a:endParaRPr lang="en-US" altLang="en-US"/>
          </a:p>
        </p:txBody>
      </p:sp>
    </p:spTree>
    <p:extLst>
      <p:ext uri="{BB962C8B-B14F-4D97-AF65-F5344CB8AC3E}">
        <p14:creationId xmlns:p14="http://schemas.microsoft.com/office/powerpoint/2010/main" val="36734912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two groups of competing methods.</a:t>
            </a:r>
          </a:p>
          <a:p>
            <a:endParaRPr lang="en-US" dirty="0"/>
          </a:p>
          <a:p>
            <a:r>
              <a:rPr lang="en-US" dirty="0"/>
              <a:t>Group A is the spherical regressions. They assume a different error distribution, and they cannot separate the two effects. So we compare them with our global test only.</a:t>
            </a:r>
          </a:p>
          <a:p>
            <a:endParaRPr lang="en-US" dirty="0"/>
          </a:p>
          <a:p>
            <a:r>
              <a:rPr lang="en-US" dirty="0"/>
              <a:t>Group B is the effect-separating methods: von Mises-Fisher based two-sample likelihood ratio test, and Tangent-Space based regression methods.</a:t>
            </a:r>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24</a:t>
            </a:fld>
            <a:endParaRPr lang="en-US" altLang="en-US"/>
          </a:p>
        </p:txBody>
      </p:sp>
    </p:spTree>
    <p:extLst>
      <p:ext uri="{BB962C8B-B14F-4D97-AF65-F5344CB8AC3E}">
        <p14:creationId xmlns:p14="http://schemas.microsoft.com/office/powerpoint/2010/main" val="28104181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figure shows the empirical Type I error rates. The three panels are the global, the location, and the concentration test.</a:t>
            </a:r>
          </a:p>
          <a:p>
            <a:endParaRPr lang="en-US" dirty="0"/>
          </a:p>
          <a:p>
            <a:r>
              <a:rPr lang="en-US" dirty="0"/>
              <a:t>As you can see, our method, the red one, can control the error rate asymptotically along this axis, with increasing sample size, for all cases. Among the comparing methods, only IAG and SP-Cauchy control the error rate.</a:t>
            </a:r>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25</a:t>
            </a:fld>
            <a:endParaRPr lang="en-US" altLang="en-US"/>
          </a:p>
        </p:txBody>
      </p:sp>
    </p:spTree>
    <p:extLst>
      <p:ext uri="{BB962C8B-B14F-4D97-AF65-F5344CB8AC3E}">
        <p14:creationId xmlns:p14="http://schemas.microsoft.com/office/powerpoint/2010/main" val="21635641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is the power. The x-axis indicates all combinations of the simulation settings, and the figure is small, but the pattern is clear.</a:t>
            </a:r>
          </a:p>
          <a:p>
            <a:endParaRPr lang="en-US" dirty="0"/>
          </a:p>
          <a:p>
            <a:r>
              <a:rPr lang="en-US" dirty="0"/>
              <a:t>Against the spherical regressions, our method has the highest power in most cases.</a:t>
            </a:r>
          </a:p>
          <a:p>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26</a:t>
            </a:fld>
            <a:endParaRPr lang="en-US" altLang="en-US"/>
          </a:p>
        </p:txBody>
      </p:sp>
    </p:spTree>
    <p:extLst>
      <p:ext uri="{BB962C8B-B14F-4D97-AF65-F5344CB8AC3E}">
        <p14:creationId xmlns:p14="http://schemas.microsoft.com/office/powerpoint/2010/main" val="8737484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Against the effect-separating methods, our method and TS-DGLM have the highest power in the location test. In the concentration test, our method is the highest, followed by TS-DGLM.</a:t>
            </a:r>
          </a:p>
          <a:p>
            <a:endParaRPr lang="en-US" dirty="0"/>
          </a:p>
          <a:p>
            <a:r>
              <a:rPr lang="en-US" dirty="0"/>
              <a:t>But the power of TS-DGLM is not directly comparable, because it does not control the Type I error rate. </a:t>
            </a:r>
          </a:p>
          <a:p>
            <a:r>
              <a:rPr lang="en-US" dirty="0"/>
              <a:t>Therefore, among the methods that control the error rate, our method has the highest power in most cases.</a:t>
            </a:r>
          </a:p>
          <a:p>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27</a:t>
            </a:fld>
            <a:endParaRPr lang="en-US" altLang="en-US"/>
          </a:p>
        </p:txBody>
      </p:sp>
    </p:spTree>
    <p:extLst>
      <p:ext uri="{BB962C8B-B14F-4D97-AF65-F5344CB8AC3E}">
        <p14:creationId xmlns:p14="http://schemas.microsoft.com/office/powerpoint/2010/main" val="187651657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shows the empirical coverage of our three confidence regions, but I will skip these slides</a:t>
            </a:r>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28</a:t>
            </a:fld>
            <a:endParaRPr lang="en-US" altLang="en-US"/>
          </a:p>
        </p:txBody>
      </p:sp>
    </p:spTree>
    <p:extLst>
      <p:ext uri="{BB962C8B-B14F-4D97-AF65-F5344CB8AC3E}">
        <p14:creationId xmlns:p14="http://schemas.microsoft.com/office/powerpoint/2010/main" val="315079309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me apply the proposed </a:t>
            </a:r>
            <a:r>
              <a:rPr lang="en-US" dirty="0" err="1"/>
              <a:t>vMF</a:t>
            </a:r>
            <a:r>
              <a:rPr lang="en-US" dirty="0"/>
              <a:t>-GLM to the real data.</a:t>
            </a:r>
          </a:p>
          <a:p>
            <a:r>
              <a:rPr lang="en-US" dirty="0"/>
              <a:t>		</a:t>
            </a:r>
          </a:p>
          <a:p>
            <a:r>
              <a:rPr lang="en-US" dirty="0"/>
              <a:t>Each hippocampus shape was represented by the LP-ds-rep, with seventy connection directions so each of them is our response variable.</a:t>
            </a:r>
          </a:p>
          <a:p>
            <a:r>
              <a:rPr lang="en-US" dirty="0"/>
              <a:t>		</a:t>
            </a:r>
          </a:p>
          <a:p>
            <a:r>
              <a:rPr lang="en-US" dirty="0"/>
              <a:t>We fit **this model** at each connection, including several covariates with Parkinson's disease status and the connection length, age, and gender. Here our main interest is coefficients for the disease status at each connection.</a:t>
            </a:r>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29</a:t>
            </a:fld>
            <a:endParaRPr lang="en-US" altLang="en-US"/>
          </a:p>
        </p:txBody>
      </p:sp>
    </p:spTree>
    <p:extLst>
      <p:ext uri="{BB962C8B-B14F-4D97-AF65-F5344CB8AC3E}">
        <p14:creationId xmlns:p14="http://schemas.microsoft.com/office/powerpoint/2010/main" val="175747839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Miami plot which shows the -log10 p-values on the y-axis, and the index of connection on the x-axis.</a:t>
            </a:r>
          </a:p>
          <a:p>
            <a:endParaRPr lang="en-US"/>
          </a:p>
          <a:p>
            <a:r>
              <a:rPr lang="en-US"/>
              <a:t>Here we compared our method with the three effect-separating methods.</a:t>
            </a:r>
          </a:p>
          <a:p>
            <a:endParaRPr lang="en-US"/>
          </a:p>
          <a:p>
            <a:r>
              <a:rPr lang="en-US"/>
              <a:t>In each panel, the upper region is a result for the location test, and the lower region is the concentration. And the bigger points are the significant ones.</a:t>
            </a:r>
          </a:p>
          <a:p>
            <a:endParaRPr lang="en-US"/>
          </a:p>
          <a:p>
            <a:r>
              <a:rPr lang="en-US"/>
              <a:t>So you can see that there are many bigger points on the upper panel than the lower panel, in all methods.</a:t>
            </a:r>
            <a:endParaRPr lang="en-US"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30</a:t>
            </a:fld>
            <a:endParaRPr lang="en-US" altLang="en-US"/>
          </a:p>
        </p:txBody>
      </p:sp>
    </p:spTree>
    <p:extLst>
      <p:ext uri="{BB962C8B-B14F-4D97-AF65-F5344CB8AC3E}">
        <p14:creationId xmlns:p14="http://schemas.microsoft.com/office/powerpoint/2010/main" val="36539576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this Venn diagram shows how much the four methods agree. The left one is the location, and the right one is the concentration.</a:t>
            </a:r>
          </a:p>
          <a:p>
            <a:endParaRPr lang="en-US" dirty="0"/>
          </a:p>
          <a:p>
            <a:r>
              <a:rPr lang="en-US" dirty="0"/>
              <a:t>For the location test, the four methods agree well. Nine connections are significantly identified by all methods.</a:t>
            </a:r>
          </a:p>
          <a:p>
            <a:endParaRPr lang="en-US" dirty="0"/>
          </a:p>
          <a:p>
            <a:r>
              <a:rPr lang="en-US" dirty="0"/>
              <a:t>For the concentration test, no connection is found by all methods. Most of them are found by only one method. </a:t>
            </a:r>
          </a:p>
          <a:p>
            <a:r>
              <a:rPr lang="en-US" dirty="0"/>
              <a:t>So these data do not have a strong concentration signal. And since the competing methods failed to control the Type I error rate in our simulation, some of these may be false positives.</a:t>
            </a:r>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31</a:t>
            </a:fld>
            <a:endParaRPr lang="en-US" altLang="en-US"/>
          </a:p>
        </p:txBody>
      </p:sp>
    </p:spTree>
    <p:extLst>
      <p:ext uri="{BB962C8B-B14F-4D97-AF65-F5344CB8AC3E}">
        <p14:creationId xmlns:p14="http://schemas.microsoft.com/office/powerpoint/2010/main" val="29835291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close with two remarks. </a:t>
            </a:r>
          </a:p>
          <a:p>
            <a:endParaRPr lang="en-US" dirty="0"/>
          </a:p>
          <a:p>
            <a:r>
              <a:rPr lang="en-US" dirty="0"/>
              <a:t>First one is about the hemisphere restriction. In our model, the natural parameter moves on an affine subspace, whose dimension is the rank of coefficients matrix B.</a:t>
            </a:r>
          </a:p>
          <a:p>
            <a:endParaRPr lang="en-US" dirty="0"/>
          </a:p>
          <a:p>
            <a:r>
              <a:rPr lang="en-US" dirty="0"/>
              <a:t>&gt; If this rank is less than q, then the conditional mean directions stay within an open hemisphere.</a:t>
            </a:r>
          </a:p>
          <a:p>
            <a:endParaRPr lang="en-US" dirty="0"/>
          </a:p>
          <a:p>
            <a:r>
              <a:rPr lang="en-US" dirty="0"/>
              <a:t>&gt; If it is full-rank, then the restriction disappears.</a:t>
            </a:r>
          </a:p>
          <a:p>
            <a:endParaRPr lang="en-US" dirty="0"/>
          </a:p>
          <a:p>
            <a:r>
              <a:rPr lang="en-US" dirty="0"/>
              <a:t>Second one is about the extension to a </a:t>
            </a:r>
            <a:r>
              <a:rPr lang="en-US" dirty="0" err="1"/>
              <a:t>polyspherical</a:t>
            </a:r>
            <a:r>
              <a:rPr lang="en-US" dirty="0"/>
              <a:t> response. In this work we fitted the seventy connections separately, and treated the connection length as a covariate. But the ultimate direction would be to take the directions and the lengths of all connections together, as one response on this product space. This could be an interesting topic for the future work.</a:t>
            </a:r>
          </a:p>
          <a:p>
            <a:endParaRPr lang="en-US" dirty="0"/>
          </a:p>
          <a:p>
            <a:r>
              <a:rPr lang="en-US" dirty="0"/>
              <a:t>This is the end of my talk. </a:t>
            </a:r>
          </a:p>
          <a:p>
            <a:r>
              <a:rPr lang="en-US" dirty="0"/>
              <a:t>Thank you very much for your attention.</a:t>
            </a:r>
            <a:endParaRPr lang="en-KR" dirty="0"/>
          </a:p>
        </p:txBody>
      </p:sp>
      <p:sp>
        <p:nvSpPr>
          <p:cNvPr id="4" name="Slide Number Placeholder 3"/>
          <p:cNvSpPr>
            <a:spLocks noGrp="1"/>
          </p:cNvSpPr>
          <p:nvPr>
            <p:ph type="sldNum" sz="quarter" idx="5"/>
          </p:nvPr>
        </p:nvSpPr>
        <p:spPr/>
        <p:txBody>
          <a:bodyPr/>
          <a:lstStyle/>
          <a:p>
            <a:fld id="{752CE135-B0CC-3344-9090-57BC678B6CB5}" type="slidenum">
              <a:rPr lang="en-US" altLang="en-US" smtClean="0"/>
              <a:pPr/>
              <a:t>32</a:t>
            </a:fld>
            <a:endParaRPr lang="en-US" altLang="en-US"/>
          </a:p>
        </p:txBody>
      </p:sp>
    </p:spTree>
    <p:extLst>
      <p:ext uri="{BB962C8B-B14F-4D97-AF65-F5344CB8AC3E}">
        <p14:creationId xmlns:p14="http://schemas.microsoft.com/office/powerpoint/2010/main" val="33529186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26768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235290380"/>
      </p:ext>
    </p:extLst>
  </p:cSld>
  <p:clrMapOvr>
    <a:masterClrMapping/>
  </p:clrMapOvr>
  <p:extLst>
    <p:ext uri="{DCECCB84-F9BA-43D5-87BE-67443E8EF086}">
      <p15:sldGuideLst xmlns:p15="http://schemas.microsoft.com/office/powerpoint/2012/main">
        <p15:guide id="1" orient="horz" pos="2217" userDrawn="1">
          <p15:clr>
            <a:srgbClr val="FBAE40"/>
          </p15:clr>
        </p15:guide>
        <p15:guide id="2" pos="294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39368" y="4522180"/>
            <a:ext cx="7955915" cy="1397703"/>
          </a:xfrm>
          <a:prstGeom prst="rect">
            <a:avLst/>
          </a:prstGeom>
        </p:spPr>
        <p:txBody>
          <a:bodyPr anchor="t"/>
          <a:lstStyle>
            <a:lvl1pPr algn="l">
              <a:defRPr sz="4202" b="1" cap="all"/>
            </a:lvl1pPr>
          </a:lstStyle>
          <a:p>
            <a:r>
              <a:rPr lang="en-US"/>
              <a:t>Click to edit Master title style</a:t>
            </a:r>
          </a:p>
        </p:txBody>
      </p:sp>
      <p:sp>
        <p:nvSpPr>
          <p:cNvPr id="3" name="Text Placeholder 2"/>
          <p:cNvSpPr>
            <a:spLocks noGrp="1"/>
          </p:cNvSpPr>
          <p:nvPr>
            <p:ph type="body" idx="1"/>
          </p:nvPr>
        </p:nvSpPr>
        <p:spPr>
          <a:xfrm>
            <a:off x="739368" y="2982751"/>
            <a:ext cx="7955915" cy="1539428"/>
          </a:xfrm>
          <a:prstGeom prst="rect">
            <a:avLst/>
          </a:prstGeom>
        </p:spPr>
        <p:txBody>
          <a:bodyPr anchor="b"/>
          <a:lstStyle>
            <a:lvl1pPr marL="0" indent="0">
              <a:buNone/>
              <a:defRPr sz="2101"/>
            </a:lvl1pPr>
            <a:lvl2pPr marL="480229" indent="0">
              <a:buNone/>
              <a:defRPr sz="1891"/>
            </a:lvl2pPr>
            <a:lvl3pPr marL="960458" indent="0">
              <a:buNone/>
              <a:defRPr sz="1681"/>
            </a:lvl3pPr>
            <a:lvl4pPr marL="1440688" indent="0">
              <a:buNone/>
              <a:defRPr sz="1471"/>
            </a:lvl4pPr>
            <a:lvl5pPr marL="1920916" indent="0">
              <a:buNone/>
              <a:defRPr sz="1471"/>
            </a:lvl5pPr>
            <a:lvl6pPr marL="2401145" indent="0">
              <a:buNone/>
              <a:defRPr sz="1471"/>
            </a:lvl6pPr>
            <a:lvl7pPr marL="2881374" indent="0">
              <a:buNone/>
              <a:defRPr sz="1471"/>
            </a:lvl7pPr>
            <a:lvl8pPr marL="3361603" indent="0">
              <a:buNone/>
              <a:defRPr sz="1471"/>
            </a:lvl8pPr>
            <a:lvl9pPr marL="3841833" indent="0">
              <a:buNone/>
              <a:defRPr sz="1471"/>
            </a:lvl9pPr>
          </a:lstStyle>
          <a:p>
            <a:pPr lvl="0"/>
            <a:r>
              <a:rPr lang="en-US"/>
              <a:t>Click to edit Master text styles</a:t>
            </a:r>
          </a:p>
        </p:txBody>
      </p:sp>
      <p:sp>
        <p:nvSpPr>
          <p:cNvPr id="6" name="Rectangle 6">
            <a:extLst>
              <a:ext uri="{FF2B5EF4-FFF2-40B4-BE49-F238E27FC236}">
                <a16:creationId xmlns:a16="http://schemas.microsoft.com/office/drawing/2014/main" id="{C9629A52-92E2-3D4C-889A-3D58E74D50F6}"/>
              </a:ext>
            </a:extLst>
          </p:cNvPr>
          <p:cNvSpPr>
            <a:spLocks noGrp="1" noChangeArrowheads="1"/>
          </p:cNvSpPr>
          <p:nvPr>
            <p:ph type="sldNum" sz="quarter" idx="12"/>
          </p:nvPr>
        </p:nvSpPr>
        <p:spPr>
          <a:xfrm>
            <a:off x="7799918" y="6411844"/>
            <a:ext cx="857991" cy="312773"/>
          </a:xfrm>
          <a:prstGeom prst="rect">
            <a:avLst/>
          </a:prstGeom>
          <a:ln/>
        </p:spPr>
        <p:txBody>
          <a:bodyPr/>
          <a:lstStyle>
            <a:lvl1pPr>
              <a:defRPr/>
            </a:lvl1pPr>
          </a:lstStyle>
          <a:p>
            <a:r>
              <a:rPr lang="en-US" altLang="en-US"/>
              <a:t>page </a:t>
            </a:r>
            <a:fld id="{44D5ABC9-CC2E-BF4A-BFA6-D56250A1848C}" type="slidenum">
              <a:rPr lang="en-US" altLang="en-US"/>
              <a:pPr/>
              <a:t>‹#›</a:t>
            </a:fld>
            <a:endParaRPr lang="en-US" altLang="en-US" sz="1471"/>
          </a:p>
        </p:txBody>
      </p:sp>
    </p:spTree>
    <p:extLst>
      <p:ext uri="{BB962C8B-B14F-4D97-AF65-F5344CB8AC3E}">
        <p14:creationId xmlns:p14="http://schemas.microsoft.com/office/powerpoint/2010/main" val="40267592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89996" y="346988"/>
            <a:ext cx="8657908" cy="74772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701993" y="1563865"/>
            <a:ext cx="3899958" cy="4847978"/>
          </a:xfrm>
          <a:prstGeom prst="rect">
            <a:avLst/>
          </a:prstGeom>
        </p:spPr>
        <p:txBody>
          <a:bodyPr/>
          <a:lstStyle>
            <a:lvl1pPr>
              <a:defRPr sz="2941"/>
            </a:lvl1pPr>
            <a:lvl2pPr>
              <a:defRPr sz="2521"/>
            </a:lvl2pPr>
            <a:lvl3pPr>
              <a:defRPr sz="2101"/>
            </a:lvl3pPr>
            <a:lvl4pPr>
              <a:defRPr sz="1891"/>
            </a:lvl4pPr>
            <a:lvl5pPr>
              <a:defRPr sz="1891"/>
            </a:lvl5pPr>
            <a:lvl6pPr>
              <a:defRPr sz="1891"/>
            </a:lvl6pPr>
            <a:lvl7pPr>
              <a:defRPr sz="1891"/>
            </a:lvl7pPr>
            <a:lvl8pPr>
              <a:defRPr sz="1891"/>
            </a:lvl8pPr>
            <a:lvl9pPr>
              <a:defRPr sz="189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57951" y="1563865"/>
            <a:ext cx="3899958" cy="4847978"/>
          </a:xfrm>
          <a:prstGeom prst="rect">
            <a:avLst/>
          </a:prstGeom>
        </p:spPr>
        <p:txBody>
          <a:bodyPr/>
          <a:lstStyle>
            <a:lvl1pPr>
              <a:defRPr sz="2941"/>
            </a:lvl1pPr>
            <a:lvl2pPr>
              <a:defRPr sz="2521"/>
            </a:lvl2pPr>
            <a:lvl3pPr>
              <a:defRPr sz="2101"/>
            </a:lvl3pPr>
            <a:lvl4pPr>
              <a:defRPr sz="1891"/>
            </a:lvl4pPr>
            <a:lvl5pPr>
              <a:defRPr sz="1891"/>
            </a:lvl5pPr>
            <a:lvl6pPr>
              <a:defRPr sz="1891"/>
            </a:lvl6pPr>
            <a:lvl7pPr>
              <a:defRPr sz="1891"/>
            </a:lvl7pPr>
            <a:lvl8pPr>
              <a:defRPr sz="1891"/>
            </a:lvl8pPr>
            <a:lvl9pPr>
              <a:defRPr sz="189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2CD9389B-2CFB-7847-B81D-183B36DA4C60}"/>
              </a:ext>
            </a:extLst>
          </p:cNvPr>
          <p:cNvSpPr>
            <a:spLocks noGrp="1" noChangeArrowheads="1"/>
          </p:cNvSpPr>
          <p:nvPr>
            <p:ph type="sldNum" sz="quarter" idx="12"/>
          </p:nvPr>
        </p:nvSpPr>
        <p:spPr>
          <a:xfrm>
            <a:off x="7799918" y="6411844"/>
            <a:ext cx="857991" cy="312773"/>
          </a:xfrm>
          <a:prstGeom prst="rect">
            <a:avLst/>
          </a:prstGeom>
          <a:ln/>
        </p:spPr>
        <p:txBody>
          <a:bodyPr/>
          <a:lstStyle>
            <a:lvl1pPr>
              <a:defRPr/>
            </a:lvl1pPr>
          </a:lstStyle>
          <a:p>
            <a:r>
              <a:rPr lang="en-US" altLang="en-US"/>
              <a:t>page </a:t>
            </a:r>
            <a:fld id="{1018FA31-A7CD-064C-8896-B5AB62DA8E0B}" type="slidenum">
              <a:rPr lang="en-US" altLang="en-US"/>
              <a:pPr/>
              <a:t>‹#›</a:t>
            </a:fld>
            <a:endParaRPr lang="en-US" altLang="en-US" sz="1471"/>
          </a:p>
        </p:txBody>
      </p:sp>
    </p:spTree>
    <p:extLst>
      <p:ext uri="{BB962C8B-B14F-4D97-AF65-F5344CB8AC3E}">
        <p14:creationId xmlns:p14="http://schemas.microsoft.com/office/powerpoint/2010/main" val="3791748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67996" y="281821"/>
            <a:ext cx="8423910" cy="1172898"/>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67997" y="1575272"/>
            <a:ext cx="4135581" cy="656498"/>
          </a:xfrm>
          <a:prstGeom prst="rect">
            <a:avLst/>
          </a:prstGeom>
        </p:spPr>
        <p:txBody>
          <a:bodyPr anchor="b"/>
          <a:lstStyle>
            <a:lvl1pPr marL="0" indent="0">
              <a:buNone/>
              <a:defRPr sz="2521" b="1"/>
            </a:lvl1pPr>
            <a:lvl2pPr marL="480229" indent="0">
              <a:buNone/>
              <a:defRPr sz="2101" b="1"/>
            </a:lvl2pPr>
            <a:lvl3pPr marL="960458" indent="0">
              <a:buNone/>
              <a:defRPr sz="1891" b="1"/>
            </a:lvl3pPr>
            <a:lvl4pPr marL="1440688" indent="0">
              <a:buNone/>
              <a:defRPr sz="1681" b="1"/>
            </a:lvl4pPr>
            <a:lvl5pPr marL="1920916" indent="0">
              <a:buNone/>
              <a:defRPr sz="1681" b="1"/>
            </a:lvl5pPr>
            <a:lvl6pPr marL="2401145" indent="0">
              <a:buNone/>
              <a:defRPr sz="1681" b="1"/>
            </a:lvl6pPr>
            <a:lvl7pPr marL="2881374" indent="0">
              <a:buNone/>
              <a:defRPr sz="1681" b="1"/>
            </a:lvl7pPr>
            <a:lvl8pPr marL="3361603" indent="0">
              <a:buNone/>
              <a:defRPr sz="1681" b="1"/>
            </a:lvl8pPr>
            <a:lvl9pPr marL="3841833" indent="0">
              <a:buNone/>
              <a:defRPr sz="1681" b="1"/>
            </a:lvl9pPr>
          </a:lstStyle>
          <a:p>
            <a:pPr lvl="0"/>
            <a:r>
              <a:rPr lang="en-US"/>
              <a:t>Click to edit Master text styles</a:t>
            </a:r>
          </a:p>
        </p:txBody>
      </p:sp>
      <p:sp>
        <p:nvSpPr>
          <p:cNvPr id="4" name="Content Placeholder 3"/>
          <p:cNvSpPr>
            <a:spLocks noGrp="1"/>
          </p:cNvSpPr>
          <p:nvPr>
            <p:ph sz="half" idx="2"/>
          </p:nvPr>
        </p:nvSpPr>
        <p:spPr>
          <a:xfrm>
            <a:off x="467997" y="2231764"/>
            <a:ext cx="4135581" cy="4054644"/>
          </a:xfrm>
          <a:prstGeom prst="rect">
            <a:avLst/>
          </a:prstGeom>
        </p:spPr>
        <p:txBody>
          <a:bodyPr/>
          <a:lstStyle>
            <a:lvl1pPr>
              <a:defRPr sz="2521"/>
            </a:lvl1pPr>
            <a:lvl2pPr>
              <a:defRPr sz="2101"/>
            </a:lvl2pPr>
            <a:lvl3pPr>
              <a:defRPr sz="1891"/>
            </a:lvl3pPr>
            <a:lvl4pPr>
              <a:defRPr sz="1681"/>
            </a:lvl4pPr>
            <a:lvl5pPr>
              <a:defRPr sz="1681"/>
            </a:lvl5pPr>
            <a:lvl6pPr>
              <a:defRPr sz="1681"/>
            </a:lvl6pPr>
            <a:lvl7pPr>
              <a:defRPr sz="1681"/>
            </a:lvl7pPr>
            <a:lvl8pPr>
              <a:defRPr sz="1681"/>
            </a:lvl8pPr>
            <a:lvl9pPr>
              <a:defRPr sz="168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754705" y="1575272"/>
            <a:ext cx="4137206" cy="656498"/>
          </a:xfrm>
          <a:prstGeom prst="rect">
            <a:avLst/>
          </a:prstGeom>
        </p:spPr>
        <p:txBody>
          <a:bodyPr anchor="b"/>
          <a:lstStyle>
            <a:lvl1pPr marL="0" indent="0">
              <a:buNone/>
              <a:defRPr sz="2521" b="1"/>
            </a:lvl1pPr>
            <a:lvl2pPr marL="480229" indent="0">
              <a:buNone/>
              <a:defRPr sz="2101" b="1"/>
            </a:lvl2pPr>
            <a:lvl3pPr marL="960458" indent="0">
              <a:buNone/>
              <a:defRPr sz="1891" b="1"/>
            </a:lvl3pPr>
            <a:lvl4pPr marL="1440688" indent="0">
              <a:buNone/>
              <a:defRPr sz="1681" b="1"/>
            </a:lvl4pPr>
            <a:lvl5pPr marL="1920916" indent="0">
              <a:buNone/>
              <a:defRPr sz="1681" b="1"/>
            </a:lvl5pPr>
            <a:lvl6pPr marL="2401145" indent="0">
              <a:buNone/>
              <a:defRPr sz="1681" b="1"/>
            </a:lvl6pPr>
            <a:lvl7pPr marL="2881374" indent="0">
              <a:buNone/>
              <a:defRPr sz="1681" b="1"/>
            </a:lvl7pPr>
            <a:lvl8pPr marL="3361603" indent="0">
              <a:buNone/>
              <a:defRPr sz="1681" b="1"/>
            </a:lvl8pPr>
            <a:lvl9pPr marL="3841833" indent="0">
              <a:buNone/>
              <a:defRPr sz="1681" b="1"/>
            </a:lvl9pPr>
          </a:lstStyle>
          <a:p>
            <a:pPr lvl="0"/>
            <a:r>
              <a:rPr lang="en-US"/>
              <a:t>Click to edit Master text styles</a:t>
            </a:r>
          </a:p>
        </p:txBody>
      </p:sp>
      <p:sp>
        <p:nvSpPr>
          <p:cNvPr id="6" name="Content Placeholder 5"/>
          <p:cNvSpPr>
            <a:spLocks noGrp="1"/>
          </p:cNvSpPr>
          <p:nvPr>
            <p:ph sz="quarter" idx="4"/>
          </p:nvPr>
        </p:nvSpPr>
        <p:spPr>
          <a:xfrm>
            <a:off x="4754705" y="2231764"/>
            <a:ext cx="4137206" cy="4054644"/>
          </a:xfrm>
          <a:prstGeom prst="rect">
            <a:avLst/>
          </a:prstGeom>
        </p:spPr>
        <p:txBody>
          <a:bodyPr/>
          <a:lstStyle>
            <a:lvl1pPr>
              <a:defRPr sz="2521"/>
            </a:lvl1pPr>
            <a:lvl2pPr>
              <a:defRPr sz="2101"/>
            </a:lvl2pPr>
            <a:lvl3pPr>
              <a:defRPr sz="1891"/>
            </a:lvl3pPr>
            <a:lvl4pPr>
              <a:defRPr sz="1681"/>
            </a:lvl4pPr>
            <a:lvl5pPr>
              <a:defRPr sz="1681"/>
            </a:lvl5pPr>
            <a:lvl6pPr>
              <a:defRPr sz="1681"/>
            </a:lvl6pPr>
            <a:lvl7pPr>
              <a:defRPr sz="1681"/>
            </a:lvl7pPr>
            <a:lvl8pPr>
              <a:defRPr sz="1681"/>
            </a:lvl8pPr>
            <a:lvl9pPr>
              <a:defRPr sz="168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Rectangle 6">
            <a:extLst>
              <a:ext uri="{FF2B5EF4-FFF2-40B4-BE49-F238E27FC236}">
                <a16:creationId xmlns:a16="http://schemas.microsoft.com/office/drawing/2014/main" id="{CCE3C11A-F3F5-0A4A-A88F-F4057CD2FBF0}"/>
              </a:ext>
            </a:extLst>
          </p:cNvPr>
          <p:cNvSpPr>
            <a:spLocks noGrp="1" noChangeArrowheads="1"/>
          </p:cNvSpPr>
          <p:nvPr>
            <p:ph type="sldNum" sz="quarter" idx="12"/>
          </p:nvPr>
        </p:nvSpPr>
        <p:spPr>
          <a:xfrm>
            <a:off x="7799918" y="6411844"/>
            <a:ext cx="857991" cy="312773"/>
          </a:xfrm>
          <a:prstGeom prst="rect">
            <a:avLst/>
          </a:prstGeom>
          <a:ln/>
        </p:spPr>
        <p:txBody>
          <a:bodyPr/>
          <a:lstStyle>
            <a:lvl1pPr>
              <a:defRPr/>
            </a:lvl1pPr>
          </a:lstStyle>
          <a:p>
            <a:r>
              <a:rPr lang="en-US" altLang="en-US"/>
              <a:t>page </a:t>
            </a:r>
            <a:fld id="{1EFD1103-A613-2644-836C-59AD0D7B0587}" type="slidenum">
              <a:rPr lang="en-US" altLang="en-US"/>
              <a:pPr/>
              <a:t>‹#›</a:t>
            </a:fld>
            <a:endParaRPr lang="en-US" altLang="en-US" sz="1471"/>
          </a:p>
        </p:txBody>
      </p:sp>
    </p:spTree>
    <p:extLst>
      <p:ext uri="{BB962C8B-B14F-4D97-AF65-F5344CB8AC3E}">
        <p14:creationId xmlns:p14="http://schemas.microsoft.com/office/powerpoint/2010/main" val="31927131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89996" y="346988"/>
            <a:ext cx="8657908" cy="747723"/>
          </a:xfrm>
          <a:prstGeom prst="rect">
            <a:avLst/>
          </a:prstGeom>
        </p:spPr>
        <p:txBody>
          <a:bodyPr/>
          <a:lstStyle/>
          <a:p>
            <a:r>
              <a:rPr lang="en-US"/>
              <a:t>Click to edit Master title style</a:t>
            </a:r>
          </a:p>
        </p:txBody>
      </p:sp>
      <p:sp>
        <p:nvSpPr>
          <p:cNvPr id="5" name="Rectangle 6">
            <a:extLst>
              <a:ext uri="{FF2B5EF4-FFF2-40B4-BE49-F238E27FC236}">
                <a16:creationId xmlns:a16="http://schemas.microsoft.com/office/drawing/2014/main" id="{B115B909-76C5-414C-8072-1EA3448E3795}"/>
              </a:ext>
            </a:extLst>
          </p:cNvPr>
          <p:cNvSpPr>
            <a:spLocks noGrp="1" noChangeArrowheads="1"/>
          </p:cNvSpPr>
          <p:nvPr>
            <p:ph type="sldNum" sz="quarter" idx="12"/>
          </p:nvPr>
        </p:nvSpPr>
        <p:spPr>
          <a:xfrm>
            <a:off x="7799918" y="6411844"/>
            <a:ext cx="857991" cy="312773"/>
          </a:xfrm>
          <a:prstGeom prst="rect">
            <a:avLst/>
          </a:prstGeom>
          <a:ln/>
        </p:spPr>
        <p:txBody>
          <a:bodyPr/>
          <a:lstStyle>
            <a:lvl1pPr>
              <a:defRPr/>
            </a:lvl1pPr>
          </a:lstStyle>
          <a:p>
            <a:r>
              <a:rPr lang="en-US" altLang="en-US"/>
              <a:t>page </a:t>
            </a:r>
            <a:fld id="{006A4854-45AB-7D43-B1F6-14D4C7AC6CE2}" type="slidenum">
              <a:rPr lang="en-US" altLang="en-US"/>
              <a:pPr/>
              <a:t>‹#›</a:t>
            </a:fld>
            <a:endParaRPr lang="en-US" altLang="en-US" sz="1471"/>
          </a:p>
        </p:txBody>
      </p:sp>
    </p:spTree>
    <p:extLst>
      <p:ext uri="{BB962C8B-B14F-4D97-AF65-F5344CB8AC3E}">
        <p14:creationId xmlns:p14="http://schemas.microsoft.com/office/powerpoint/2010/main" val="33842279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834605" y="4926178"/>
            <a:ext cx="5615940" cy="581563"/>
          </a:xfrm>
          <a:prstGeom prst="rect">
            <a:avLst/>
          </a:prstGeom>
        </p:spPr>
        <p:txBody>
          <a:bodyPr anchor="b"/>
          <a:lstStyle>
            <a:lvl1pPr algn="l">
              <a:defRPr sz="2101" b="1"/>
            </a:lvl1pPr>
          </a:lstStyle>
          <a:p>
            <a:r>
              <a:rPr lang="en-US"/>
              <a:t>Click to edit Master title style</a:t>
            </a:r>
          </a:p>
        </p:txBody>
      </p:sp>
      <p:sp>
        <p:nvSpPr>
          <p:cNvPr id="3" name="Picture Placeholder 2"/>
          <p:cNvSpPr>
            <a:spLocks noGrp="1"/>
          </p:cNvSpPr>
          <p:nvPr>
            <p:ph type="pic" idx="1"/>
          </p:nvPr>
        </p:nvSpPr>
        <p:spPr>
          <a:xfrm>
            <a:off x="1834605" y="628805"/>
            <a:ext cx="5615940" cy="4222433"/>
          </a:xfrm>
          <a:prstGeom prst="rect">
            <a:avLst/>
          </a:prstGeom>
        </p:spPr>
        <p:txBody>
          <a:bodyPr/>
          <a:lstStyle>
            <a:lvl1pPr marL="0" indent="0">
              <a:buNone/>
              <a:defRPr sz="3362"/>
            </a:lvl1pPr>
            <a:lvl2pPr marL="480229" indent="0">
              <a:buNone/>
              <a:defRPr sz="2941"/>
            </a:lvl2pPr>
            <a:lvl3pPr marL="960458" indent="0">
              <a:buNone/>
              <a:defRPr sz="2521"/>
            </a:lvl3pPr>
            <a:lvl4pPr marL="1440688" indent="0">
              <a:buNone/>
              <a:defRPr sz="2101"/>
            </a:lvl4pPr>
            <a:lvl5pPr marL="1920916" indent="0">
              <a:buNone/>
              <a:defRPr sz="2101"/>
            </a:lvl5pPr>
            <a:lvl6pPr marL="2401145" indent="0">
              <a:buNone/>
              <a:defRPr sz="2101"/>
            </a:lvl6pPr>
            <a:lvl7pPr marL="2881374" indent="0">
              <a:buNone/>
              <a:defRPr sz="2101"/>
            </a:lvl7pPr>
            <a:lvl8pPr marL="3361603" indent="0">
              <a:buNone/>
              <a:defRPr sz="2101"/>
            </a:lvl8pPr>
            <a:lvl9pPr marL="3841833" indent="0">
              <a:buNone/>
              <a:defRPr sz="2101"/>
            </a:lvl9pPr>
          </a:lstStyle>
          <a:p>
            <a:pPr lvl="0"/>
            <a:endParaRPr lang="en-US" noProof="0"/>
          </a:p>
        </p:txBody>
      </p:sp>
      <p:sp>
        <p:nvSpPr>
          <p:cNvPr id="4" name="Text Placeholder 3"/>
          <p:cNvSpPr>
            <a:spLocks noGrp="1"/>
          </p:cNvSpPr>
          <p:nvPr>
            <p:ph type="body" sz="half" idx="2"/>
          </p:nvPr>
        </p:nvSpPr>
        <p:spPr>
          <a:xfrm>
            <a:off x="1834605" y="5507739"/>
            <a:ext cx="5615940" cy="825916"/>
          </a:xfrm>
          <a:prstGeom prst="rect">
            <a:avLst/>
          </a:prstGeom>
        </p:spPr>
        <p:txBody>
          <a:bodyPr/>
          <a:lstStyle>
            <a:lvl1pPr marL="0" indent="0">
              <a:buNone/>
              <a:defRPr sz="1471"/>
            </a:lvl1pPr>
            <a:lvl2pPr marL="480229" indent="0">
              <a:buNone/>
              <a:defRPr sz="1261"/>
            </a:lvl2pPr>
            <a:lvl3pPr marL="960458" indent="0">
              <a:buNone/>
              <a:defRPr sz="1050"/>
            </a:lvl3pPr>
            <a:lvl4pPr marL="1440688" indent="0">
              <a:buNone/>
              <a:defRPr sz="946"/>
            </a:lvl4pPr>
            <a:lvl5pPr marL="1920916" indent="0">
              <a:buNone/>
              <a:defRPr sz="946"/>
            </a:lvl5pPr>
            <a:lvl6pPr marL="2401145" indent="0">
              <a:buNone/>
              <a:defRPr sz="946"/>
            </a:lvl6pPr>
            <a:lvl7pPr marL="2881374" indent="0">
              <a:buNone/>
              <a:defRPr sz="946"/>
            </a:lvl7pPr>
            <a:lvl8pPr marL="3361603" indent="0">
              <a:buNone/>
              <a:defRPr sz="946"/>
            </a:lvl8pPr>
            <a:lvl9pPr marL="3841833" indent="0">
              <a:buNone/>
              <a:defRPr sz="946"/>
            </a:lvl9pPr>
          </a:lstStyle>
          <a:p>
            <a:pPr lvl="0"/>
            <a:r>
              <a:rPr lang="en-US"/>
              <a:t>Click to edit Master text styles</a:t>
            </a:r>
          </a:p>
        </p:txBody>
      </p:sp>
      <p:sp>
        <p:nvSpPr>
          <p:cNvPr id="7" name="Slide Number Placeholder 6">
            <a:extLst>
              <a:ext uri="{FF2B5EF4-FFF2-40B4-BE49-F238E27FC236}">
                <a16:creationId xmlns:a16="http://schemas.microsoft.com/office/drawing/2014/main" id="{C2576067-4EB5-B844-AE1D-CF1138AE7AF9}"/>
              </a:ext>
            </a:extLst>
          </p:cNvPr>
          <p:cNvSpPr>
            <a:spLocks noGrp="1" noChangeArrowheads="1"/>
          </p:cNvSpPr>
          <p:nvPr>
            <p:ph type="sldNum" sz="quarter" idx="12"/>
          </p:nvPr>
        </p:nvSpPr>
        <p:spPr>
          <a:xfrm>
            <a:off x="7799918" y="6411844"/>
            <a:ext cx="857991" cy="312773"/>
          </a:xfrm>
          <a:prstGeom prst="rect">
            <a:avLst/>
          </a:prstGeom>
          <a:ln/>
        </p:spPr>
        <p:txBody>
          <a:bodyPr/>
          <a:lstStyle>
            <a:lvl1pPr>
              <a:defRPr/>
            </a:lvl1pPr>
          </a:lstStyle>
          <a:p>
            <a:r>
              <a:rPr lang="en-US" altLang="en-US"/>
              <a:t>page </a:t>
            </a:r>
            <a:fld id="{2E61B509-4B42-614A-A400-10E208BD410B}" type="slidenum">
              <a:rPr lang="en-US" altLang="en-US"/>
              <a:pPr/>
              <a:t>‹#›</a:t>
            </a:fld>
            <a:endParaRPr lang="en-US" altLang="en-US" sz="1471"/>
          </a:p>
        </p:txBody>
      </p:sp>
    </p:spTree>
    <p:extLst>
      <p:ext uri="{BB962C8B-B14F-4D97-AF65-F5344CB8AC3E}">
        <p14:creationId xmlns:p14="http://schemas.microsoft.com/office/powerpoint/2010/main" val="1629527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D36201F9-3D23-9246-BE29-E06607EF1EA8}"/>
              </a:ext>
            </a:extLst>
          </p:cNvPr>
          <p:cNvSpPr>
            <a:spLocks noGrp="1" noChangeArrowheads="1"/>
          </p:cNvSpPr>
          <p:nvPr>
            <p:ph type="sldNum" sz="quarter" idx="12"/>
          </p:nvPr>
        </p:nvSpPr>
        <p:spPr>
          <a:xfrm>
            <a:off x="7799918" y="6411844"/>
            <a:ext cx="857991" cy="312773"/>
          </a:xfrm>
          <a:prstGeom prst="rect">
            <a:avLst/>
          </a:prstGeom>
          <a:ln/>
        </p:spPr>
        <p:txBody>
          <a:bodyPr/>
          <a:lstStyle>
            <a:lvl1pPr>
              <a:defRPr/>
            </a:lvl1pPr>
          </a:lstStyle>
          <a:p>
            <a:r>
              <a:rPr lang="en-US" altLang="en-US"/>
              <a:t>page </a:t>
            </a:r>
            <a:fld id="{46E1D65A-9203-D44A-9715-26108943DE61}" type="slidenum">
              <a:rPr lang="en-US" altLang="en-US"/>
              <a:pPr/>
              <a:t>‹#›</a:t>
            </a:fld>
            <a:endParaRPr lang="en-US" altLang="en-US" sz="1471"/>
          </a:p>
        </p:txBody>
      </p:sp>
    </p:spTree>
    <p:extLst>
      <p:ext uri="{BB962C8B-B14F-4D97-AF65-F5344CB8AC3E}">
        <p14:creationId xmlns:p14="http://schemas.microsoft.com/office/powerpoint/2010/main" val="22570765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3" r:id="rId1"/>
    <p:sldLayoutId id="2147483673" r:id="rId2"/>
    <p:sldLayoutId id="2147483674" r:id="rId3"/>
    <p:sldLayoutId id="2147483675" r:id="rId4"/>
    <p:sldLayoutId id="2147483676" r:id="rId5"/>
    <p:sldLayoutId id="2147483677" r:id="rId6"/>
    <p:sldLayoutId id="2147483680" r:id="rId7"/>
    <p:sldLayoutId id="2147483678" r:id="rId8"/>
  </p:sldLayoutIdLst>
  <p:hf hdr="0"/>
  <p:txStyles>
    <p:titleStyle>
      <a:lvl1pPr algn="l" rtl="0" eaLnBrk="0" fontAlgn="base" hangingPunct="0">
        <a:spcBef>
          <a:spcPct val="0"/>
        </a:spcBef>
        <a:spcAft>
          <a:spcPct val="0"/>
        </a:spcAft>
        <a:defRPr lang="en-US" altLang="en-US" sz="3362">
          <a:solidFill>
            <a:srgbClr val="261CA3"/>
          </a:solidFill>
          <a:latin typeface="Helvetica" pitchFamily="2" charset="0"/>
          <a:ea typeface="+mj-ea"/>
          <a:cs typeface="ＭＳ Ｐゴシック" charset="-128"/>
        </a:defRPr>
      </a:lvl1pPr>
      <a:lvl2pPr algn="l" rtl="0" eaLnBrk="0" fontAlgn="base" hangingPunct="0">
        <a:spcBef>
          <a:spcPct val="0"/>
        </a:spcBef>
        <a:spcAft>
          <a:spcPct val="0"/>
        </a:spcAft>
        <a:defRPr sz="3362">
          <a:solidFill>
            <a:srgbClr val="9A0B09"/>
          </a:solidFill>
          <a:latin typeface="Arial" charset="0"/>
          <a:ea typeface="ＭＳ Ｐゴシック" pitchFamily="-128" charset="-128"/>
          <a:cs typeface="ＭＳ Ｐゴシック" charset="-128"/>
        </a:defRPr>
      </a:lvl2pPr>
      <a:lvl3pPr algn="l" rtl="0" eaLnBrk="0" fontAlgn="base" hangingPunct="0">
        <a:spcBef>
          <a:spcPct val="0"/>
        </a:spcBef>
        <a:spcAft>
          <a:spcPct val="0"/>
        </a:spcAft>
        <a:defRPr sz="3362">
          <a:solidFill>
            <a:srgbClr val="9A0B09"/>
          </a:solidFill>
          <a:latin typeface="Arial" charset="0"/>
          <a:ea typeface="ＭＳ Ｐゴシック" pitchFamily="-128" charset="-128"/>
          <a:cs typeface="ＭＳ Ｐゴシック" charset="-128"/>
        </a:defRPr>
      </a:lvl3pPr>
      <a:lvl4pPr algn="l" rtl="0" eaLnBrk="0" fontAlgn="base" hangingPunct="0">
        <a:spcBef>
          <a:spcPct val="0"/>
        </a:spcBef>
        <a:spcAft>
          <a:spcPct val="0"/>
        </a:spcAft>
        <a:defRPr sz="3362">
          <a:solidFill>
            <a:srgbClr val="9A0B09"/>
          </a:solidFill>
          <a:latin typeface="Arial" charset="0"/>
          <a:ea typeface="ＭＳ Ｐゴシック" pitchFamily="-128" charset="-128"/>
          <a:cs typeface="ＭＳ Ｐゴシック" charset="-128"/>
        </a:defRPr>
      </a:lvl4pPr>
      <a:lvl5pPr algn="l" rtl="0" eaLnBrk="0" fontAlgn="base" hangingPunct="0">
        <a:spcBef>
          <a:spcPct val="0"/>
        </a:spcBef>
        <a:spcAft>
          <a:spcPct val="0"/>
        </a:spcAft>
        <a:defRPr sz="3362">
          <a:solidFill>
            <a:srgbClr val="9A0B09"/>
          </a:solidFill>
          <a:latin typeface="Arial" charset="0"/>
          <a:ea typeface="ＭＳ Ｐゴシック" pitchFamily="-128" charset="-128"/>
          <a:cs typeface="ＭＳ Ｐゴシック" charset="-128"/>
        </a:defRPr>
      </a:lvl5pPr>
      <a:lvl6pPr marL="480229" algn="l" rtl="0" fontAlgn="base">
        <a:spcBef>
          <a:spcPct val="0"/>
        </a:spcBef>
        <a:spcAft>
          <a:spcPct val="0"/>
        </a:spcAft>
        <a:defRPr sz="3362">
          <a:solidFill>
            <a:srgbClr val="9A0B09"/>
          </a:solidFill>
          <a:latin typeface="Arial" charset="0"/>
          <a:ea typeface="ＭＳ Ｐゴシック" pitchFamily="-128" charset="-128"/>
        </a:defRPr>
      </a:lvl6pPr>
      <a:lvl7pPr marL="960458" algn="l" rtl="0" fontAlgn="base">
        <a:spcBef>
          <a:spcPct val="0"/>
        </a:spcBef>
        <a:spcAft>
          <a:spcPct val="0"/>
        </a:spcAft>
        <a:defRPr sz="3362">
          <a:solidFill>
            <a:srgbClr val="9A0B09"/>
          </a:solidFill>
          <a:latin typeface="Arial" charset="0"/>
          <a:ea typeface="ＭＳ Ｐゴシック" pitchFamily="-128" charset="-128"/>
        </a:defRPr>
      </a:lvl7pPr>
      <a:lvl8pPr marL="1440688" algn="l" rtl="0" fontAlgn="base">
        <a:spcBef>
          <a:spcPct val="0"/>
        </a:spcBef>
        <a:spcAft>
          <a:spcPct val="0"/>
        </a:spcAft>
        <a:defRPr sz="3362">
          <a:solidFill>
            <a:srgbClr val="9A0B09"/>
          </a:solidFill>
          <a:latin typeface="Arial" charset="0"/>
          <a:ea typeface="ＭＳ Ｐゴシック" pitchFamily="-128" charset="-128"/>
        </a:defRPr>
      </a:lvl8pPr>
      <a:lvl9pPr marL="1920916" algn="l" rtl="0" fontAlgn="base">
        <a:spcBef>
          <a:spcPct val="0"/>
        </a:spcBef>
        <a:spcAft>
          <a:spcPct val="0"/>
        </a:spcAft>
        <a:defRPr sz="3362">
          <a:solidFill>
            <a:srgbClr val="9A0B09"/>
          </a:solidFill>
          <a:latin typeface="Arial" charset="0"/>
          <a:ea typeface="ＭＳ Ｐゴシック" pitchFamily="-128" charset="-128"/>
        </a:defRPr>
      </a:lvl9pPr>
    </p:titleStyle>
    <p:bodyStyle>
      <a:lvl1pPr marL="360171" indent="-360171" algn="l" rtl="0" eaLnBrk="0" fontAlgn="base" hangingPunct="0">
        <a:spcBef>
          <a:spcPct val="20000"/>
        </a:spcBef>
        <a:spcAft>
          <a:spcPct val="0"/>
        </a:spcAft>
        <a:buFont typeface="Wingdings" pitchFamily="2" charset="2"/>
        <a:buChar char="q"/>
        <a:defRPr sz="2101">
          <a:solidFill>
            <a:srgbClr val="000000"/>
          </a:solidFill>
          <a:latin typeface="+mn-lt"/>
          <a:ea typeface="+mn-ea"/>
          <a:cs typeface="ＭＳ Ｐゴシック" charset="-128"/>
        </a:defRPr>
      </a:lvl1pPr>
      <a:lvl2pPr marL="780372" indent="-300143" algn="l" rtl="0" eaLnBrk="0" fontAlgn="base" hangingPunct="0">
        <a:spcBef>
          <a:spcPct val="20000"/>
        </a:spcBef>
        <a:spcAft>
          <a:spcPct val="0"/>
        </a:spcAft>
        <a:buFont typeface="Wingdings" pitchFamily="2" charset="2"/>
        <a:buChar char="Ø"/>
        <a:defRPr>
          <a:solidFill>
            <a:srgbClr val="000000"/>
          </a:solidFill>
          <a:latin typeface="+mn-lt"/>
          <a:ea typeface="+mn-ea"/>
        </a:defRPr>
      </a:lvl2pPr>
      <a:lvl3pPr marL="1200572" indent="-240114" algn="l" rtl="0" eaLnBrk="0" fontAlgn="base" hangingPunct="0">
        <a:spcBef>
          <a:spcPct val="20000"/>
        </a:spcBef>
        <a:spcAft>
          <a:spcPct val="0"/>
        </a:spcAft>
        <a:buFont typeface="Times" pitchFamily="2" charset="0"/>
        <a:buChar char="•"/>
        <a:defRPr>
          <a:solidFill>
            <a:srgbClr val="000000"/>
          </a:solidFill>
          <a:latin typeface="+mn-lt"/>
          <a:ea typeface="+mn-ea"/>
        </a:defRPr>
      </a:lvl3pPr>
      <a:lvl4pPr marL="1680801" indent="-240114" algn="l" rtl="0" eaLnBrk="0" fontAlgn="base" hangingPunct="0">
        <a:spcBef>
          <a:spcPct val="20000"/>
        </a:spcBef>
        <a:spcAft>
          <a:spcPct val="0"/>
        </a:spcAft>
        <a:buFont typeface="Times" pitchFamily="2" charset="0"/>
        <a:buChar char="•"/>
        <a:defRPr>
          <a:solidFill>
            <a:srgbClr val="000000"/>
          </a:solidFill>
          <a:latin typeface="+mn-lt"/>
          <a:ea typeface="+mn-ea"/>
        </a:defRPr>
      </a:lvl4pPr>
      <a:lvl5pPr marL="2161031" indent="-240114" algn="l" rtl="0" eaLnBrk="0" fontAlgn="base" hangingPunct="0">
        <a:spcBef>
          <a:spcPct val="20000"/>
        </a:spcBef>
        <a:spcAft>
          <a:spcPct val="0"/>
        </a:spcAft>
        <a:buFont typeface="Times" pitchFamily="2" charset="0"/>
        <a:buChar char="•"/>
        <a:defRPr>
          <a:solidFill>
            <a:srgbClr val="000000"/>
          </a:solidFill>
          <a:latin typeface="+mn-lt"/>
          <a:ea typeface="+mn-ea"/>
        </a:defRPr>
      </a:lvl5pPr>
      <a:lvl6pPr marL="2641259" indent="-240114" algn="l" rtl="0" fontAlgn="base">
        <a:spcBef>
          <a:spcPct val="20000"/>
        </a:spcBef>
        <a:spcAft>
          <a:spcPct val="0"/>
        </a:spcAft>
        <a:buFont typeface="Times" pitchFamily="-128" charset="0"/>
        <a:buChar char="•"/>
        <a:defRPr>
          <a:solidFill>
            <a:srgbClr val="000000"/>
          </a:solidFill>
          <a:latin typeface="+mn-lt"/>
          <a:ea typeface="+mn-ea"/>
        </a:defRPr>
      </a:lvl6pPr>
      <a:lvl7pPr marL="3121489" indent="-240114" algn="l" rtl="0" fontAlgn="base">
        <a:spcBef>
          <a:spcPct val="20000"/>
        </a:spcBef>
        <a:spcAft>
          <a:spcPct val="0"/>
        </a:spcAft>
        <a:buFont typeface="Times" pitchFamily="-128" charset="0"/>
        <a:buChar char="•"/>
        <a:defRPr>
          <a:solidFill>
            <a:srgbClr val="000000"/>
          </a:solidFill>
          <a:latin typeface="+mn-lt"/>
          <a:ea typeface="+mn-ea"/>
        </a:defRPr>
      </a:lvl7pPr>
      <a:lvl8pPr marL="3601718" indent="-240114" algn="l" rtl="0" fontAlgn="base">
        <a:spcBef>
          <a:spcPct val="20000"/>
        </a:spcBef>
        <a:spcAft>
          <a:spcPct val="0"/>
        </a:spcAft>
        <a:buFont typeface="Times" pitchFamily="-128" charset="0"/>
        <a:buChar char="•"/>
        <a:defRPr>
          <a:solidFill>
            <a:srgbClr val="000000"/>
          </a:solidFill>
          <a:latin typeface="+mn-lt"/>
          <a:ea typeface="+mn-ea"/>
        </a:defRPr>
      </a:lvl8pPr>
      <a:lvl9pPr marL="4081948" indent="-240114" algn="l" rtl="0" fontAlgn="base">
        <a:spcBef>
          <a:spcPct val="20000"/>
        </a:spcBef>
        <a:spcAft>
          <a:spcPct val="0"/>
        </a:spcAft>
        <a:buFont typeface="Times" pitchFamily="-128" charset="0"/>
        <a:buChar char="•"/>
        <a:defRPr>
          <a:solidFill>
            <a:srgbClr val="000000"/>
          </a:solidFill>
          <a:latin typeface="+mn-lt"/>
          <a:ea typeface="+mn-ea"/>
        </a:defRPr>
      </a:lvl9pPr>
    </p:bodyStyle>
    <p:otherStyle>
      <a:defPPr>
        <a:defRPr lang="en-US"/>
      </a:defPPr>
      <a:lvl1pPr marL="0" algn="l" defTabSz="960458" rtl="0" eaLnBrk="1" latinLnBrk="0" hangingPunct="1">
        <a:defRPr sz="1891" kern="1200">
          <a:solidFill>
            <a:schemeClr val="tx1"/>
          </a:solidFill>
          <a:latin typeface="+mn-lt"/>
          <a:ea typeface="+mn-ea"/>
          <a:cs typeface="+mn-cs"/>
        </a:defRPr>
      </a:lvl1pPr>
      <a:lvl2pPr marL="480229" algn="l" defTabSz="960458" rtl="0" eaLnBrk="1" latinLnBrk="0" hangingPunct="1">
        <a:defRPr sz="1891" kern="1200">
          <a:solidFill>
            <a:schemeClr val="tx1"/>
          </a:solidFill>
          <a:latin typeface="+mn-lt"/>
          <a:ea typeface="+mn-ea"/>
          <a:cs typeface="+mn-cs"/>
        </a:defRPr>
      </a:lvl2pPr>
      <a:lvl3pPr marL="960458" algn="l" defTabSz="960458" rtl="0" eaLnBrk="1" latinLnBrk="0" hangingPunct="1">
        <a:defRPr sz="1891" kern="1200">
          <a:solidFill>
            <a:schemeClr val="tx1"/>
          </a:solidFill>
          <a:latin typeface="+mn-lt"/>
          <a:ea typeface="+mn-ea"/>
          <a:cs typeface="+mn-cs"/>
        </a:defRPr>
      </a:lvl3pPr>
      <a:lvl4pPr marL="1440688" algn="l" defTabSz="960458" rtl="0" eaLnBrk="1" latinLnBrk="0" hangingPunct="1">
        <a:defRPr sz="1891" kern="1200">
          <a:solidFill>
            <a:schemeClr val="tx1"/>
          </a:solidFill>
          <a:latin typeface="+mn-lt"/>
          <a:ea typeface="+mn-ea"/>
          <a:cs typeface="+mn-cs"/>
        </a:defRPr>
      </a:lvl4pPr>
      <a:lvl5pPr marL="1920916" algn="l" defTabSz="960458" rtl="0" eaLnBrk="1" latinLnBrk="0" hangingPunct="1">
        <a:defRPr sz="1891" kern="1200">
          <a:solidFill>
            <a:schemeClr val="tx1"/>
          </a:solidFill>
          <a:latin typeface="+mn-lt"/>
          <a:ea typeface="+mn-ea"/>
          <a:cs typeface="+mn-cs"/>
        </a:defRPr>
      </a:lvl5pPr>
      <a:lvl6pPr marL="2401145" algn="l" defTabSz="960458" rtl="0" eaLnBrk="1" latinLnBrk="0" hangingPunct="1">
        <a:defRPr sz="1891" kern="1200">
          <a:solidFill>
            <a:schemeClr val="tx1"/>
          </a:solidFill>
          <a:latin typeface="+mn-lt"/>
          <a:ea typeface="+mn-ea"/>
          <a:cs typeface="+mn-cs"/>
        </a:defRPr>
      </a:lvl6pPr>
      <a:lvl7pPr marL="2881374" algn="l" defTabSz="960458" rtl="0" eaLnBrk="1" latinLnBrk="0" hangingPunct="1">
        <a:defRPr sz="1891" kern="1200">
          <a:solidFill>
            <a:schemeClr val="tx1"/>
          </a:solidFill>
          <a:latin typeface="+mn-lt"/>
          <a:ea typeface="+mn-ea"/>
          <a:cs typeface="+mn-cs"/>
        </a:defRPr>
      </a:lvl7pPr>
      <a:lvl8pPr marL="3361603" algn="l" defTabSz="960458" rtl="0" eaLnBrk="1" latinLnBrk="0" hangingPunct="1">
        <a:defRPr sz="1891" kern="1200">
          <a:solidFill>
            <a:schemeClr val="tx1"/>
          </a:solidFill>
          <a:latin typeface="+mn-lt"/>
          <a:ea typeface="+mn-ea"/>
          <a:cs typeface="+mn-cs"/>
        </a:defRPr>
      </a:lvl8pPr>
      <a:lvl9pPr marL="3841833" algn="l" defTabSz="960458" rtl="0" eaLnBrk="1" latinLnBrk="0" hangingPunct="1">
        <a:defRPr sz="189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94EB838-7924-F4E6-48FB-52FCB4FEE4A5}"/>
              </a:ext>
            </a:extLst>
          </p:cNvPr>
          <p:cNvPicPr>
            <a:picLocks noChangeAspect="1"/>
          </p:cNvPicPr>
          <p:nvPr/>
        </p:nvPicPr>
        <p:blipFill>
          <a:blip r:embed="rId2"/>
          <a:stretch>
            <a:fillRect/>
          </a:stretch>
        </p:blipFill>
        <p:spPr>
          <a:xfrm>
            <a:off x="-22352" y="-10306"/>
            <a:ext cx="9404604" cy="7058000"/>
          </a:xfrm>
          <a:prstGeom prst="rect">
            <a:avLst/>
          </a:prstGeom>
        </p:spPr>
      </p:pic>
    </p:spTree>
    <p:extLst>
      <p:ext uri="{BB962C8B-B14F-4D97-AF65-F5344CB8AC3E}">
        <p14:creationId xmlns:p14="http://schemas.microsoft.com/office/powerpoint/2010/main" val="32241625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3D322BB-766D-EB0E-5769-3AE7126789CC}"/>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30836452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5231C4A-5901-434E-0927-EAC914A52022}"/>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4538598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07A6858-4D5D-EB69-450B-6D52D0185DED}"/>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34560228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11AAB-B51A-FE54-970B-87F4C1B578D2}"/>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FFFECB85-00EB-E8F4-13DA-81665A48BE6E}"/>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24055867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3FF8F-B48A-6254-072D-9F715C2B444E}"/>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C30FF10B-8ACA-BEAD-9440-7AF94D82DBEB}"/>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19096958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7CD47-067E-0C3F-AA2A-BFD167B01B57}"/>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584A59D2-1D75-BE11-5EED-636231BBE021}"/>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8015818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2CED5-6F19-950B-3D4C-D6F0182F1A2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DA83A8EF-D2CB-F7C9-F78B-A1537B5DA13C}"/>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40149979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4B7D5-43A3-3C42-7FDC-1B2AD6F5D06E}"/>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AAEC7326-F019-8DB1-1906-192A6D557203}"/>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24713999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8C8EB-6FE7-B9EB-E00A-70E88EE960EA}"/>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CC6BA356-FA8F-ADE3-4403-28667AA742C7}"/>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30649723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17773-4B07-A46A-1648-B50B467464A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1218DE92-0753-5B8C-4FBE-65A13685CE6D}"/>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31928020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55B90-0FE8-D2D7-E993-3D6104FB5CE0}"/>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5D981B7D-F1CD-6C16-428B-634CE3BE1774}"/>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6856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43034-F848-BB18-49DD-32F9D6F7A51E}"/>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9EE99D59-198A-6603-9B4E-C3D9AEA373C6}"/>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14612739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522EF-6F88-9A47-603C-4E7A6E5C24F1}"/>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60F6A73A-CBBD-503F-7A4E-49B07E36B323}"/>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41166182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73F2B-BD0A-15F6-01C0-684826BE67AB}"/>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781BE959-D49E-190C-EA8B-4F8A52C9581C}"/>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38156405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65470-7517-642E-36DD-4F7DBA92BFE0}"/>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528457C5-2B99-8E42-4F5D-66BE174A9697}"/>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33177002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03E7C-5E03-42EC-A856-518ADDA2AEAB}"/>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9D3F18A-0EC3-76FC-6C86-B99BA002C704}"/>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328758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88329-8984-4483-B78C-E7860BDFBE49}"/>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83CC8D87-6061-09FD-AE86-AB94AB26E9C1}"/>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10851592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16782-4B26-8153-DD51-37F78648B1EB}"/>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84CEF7B3-76A3-805C-A8DC-B18D800DB22A}"/>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15920838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FEBD5-2E44-FDD3-B823-BF4A5CBBF4B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CBD3404-FBA1-8FEF-EF9F-7EAED18E1E7A}"/>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11605967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D7E17B-26A5-96AA-BC05-66D536DADD86}"/>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71F58820-D641-2328-7093-F50806107965}"/>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16686943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03F03-8322-2A0E-6738-F9C8F5B9C506}"/>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3C33F2C5-83C1-2B56-B8DC-12FDB2BEF9C6}"/>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19049420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3B355-BA88-BE68-0876-46EE6131B539}"/>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27213C1A-86F3-A95C-762E-B2F3335DCF8B}"/>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10600855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27008-3897-62A9-8AE9-D00E11CBD987}"/>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B609E551-80AC-1988-B8DA-022C8B582416}"/>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22803349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1F457-3BF2-9E56-CAEB-B9B0308A0FF6}"/>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C3AE389C-42EB-F7A7-F739-BE4A585761F3}"/>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13536800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13EBC-EDF9-9D09-7E3D-FFF9D6853BD9}"/>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86715DA-3146-5A4F-6070-AA32D85BE65F}"/>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6842518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16A1B-D669-7B5E-A0DA-13B971CBEF1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71EBD2B-BB7F-8A74-2DE6-88769B44E9DC}"/>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21407008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94A1F-CAA4-10CD-28A7-4446069C3131}"/>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7E60473F-57AF-19C2-B6C9-1D3F93602EE8}"/>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116267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1D346-A55D-2E87-6DE6-2534B50DDE3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C94BF884-3ADD-20FD-87BA-AFCB1AC50090}"/>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27792619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31EBB-F03B-CB8E-F20E-66E4AD57F8EB}"/>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1BF2ED45-7E1B-44D7-40E1-95BE10DDEF3C}"/>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10114344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C891C-574E-C7A4-9DEF-0127E66A4A56}"/>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B61DBEC3-113D-0109-7A75-CD5305E55FB2}"/>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10027783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E4A6C-DEBA-54D5-15EA-D78D7CE7E741}"/>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A3F6F26F-B941-34EB-EDD1-E2AEBF2C152D}"/>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11228044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ED5C7-44EF-1515-2DB9-61062E43216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A2096CF-25CC-ED1A-AA62-D0B67955BC9A}"/>
              </a:ext>
            </a:extLst>
          </p:cNvPr>
          <p:cNvPicPr>
            <a:picLocks noChangeAspect="1"/>
          </p:cNvPicPr>
          <p:nvPr/>
        </p:nvPicPr>
        <p:blipFill>
          <a:blip r:embed="rId3"/>
          <a:stretch>
            <a:fillRect/>
          </a:stretch>
        </p:blipFill>
        <p:spPr>
          <a:xfrm>
            <a:off x="-22352" y="-10306"/>
            <a:ext cx="9404604" cy="7058000"/>
          </a:xfrm>
          <a:prstGeom prst="rect">
            <a:avLst/>
          </a:prstGeom>
        </p:spPr>
      </p:pic>
    </p:spTree>
    <p:extLst>
      <p:ext uri="{BB962C8B-B14F-4D97-AF65-F5344CB8AC3E}">
        <p14:creationId xmlns:p14="http://schemas.microsoft.com/office/powerpoint/2010/main" val="38375077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7DD66-126E-AB61-B00D-DCCD42C7457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26971542-A536-3798-3191-342BD7F80405}"/>
              </a:ext>
            </a:extLst>
          </p:cNvPr>
          <p:cNvPicPr>
            <a:picLocks noChangeAspect="1"/>
          </p:cNvPicPr>
          <p:nvPr/>
        </p:nvPicPr>
        <p:blipFill>
          <a:blip r:embed="rId2"/>
          <a:stretch>
            <a:fillRect/>
          </a:stretch>
        </p:blipFill>
        <p:spPr>
          <a:xfrm>
            <a:off x="-22352" y="-10306"/>
            <a:ext cx="9404604" cy="7058000"/>
          </a:xfrm>
          <a:prstGeom prst="rect">
            <a:avLst/>
          </a:prstGeom>
        </p:spPr>
      </p:pic>
    </p:spTree>
    <p:extLst>
      <p:ext uri="{BB962C8B-B14F-4D97-AF65-F5344CB8AC3E}">
        <p14:creationId xmlns:p14="http://schemas.microsoft.com/office/powerpoint/2010/main" val="1878914289"/>
      </p:ext>
    </p:extLst>
  </p:cSld>
  <p:clrMapOvr>
    <a:masterClrMapping/>
  </p:clrMapOvr>
</p:sld>
</file>

<file path=ppt/theme/theme1.xml><?xml version="1.0" encoding="utf-8"?>
<a:theme xmlns:a="http://schemas.openxmlformats.org/drawingml/2006/main" name="Blank Presentation">
  <a:themeElements>
    <a:clrScheme name="">
      <a:dk1>
        <a:srgbClr val="524C31"/>
      </a:dk1>
      <a:lt1>
        <a:srgbClr val="FFFFFF"/>
      </a:lt1>
      <a:dk2>
        <a:srgbClr val="FFFFFF"/>
      </a:dk2>
      <a:lt2>
        <a:srgbClr val="808080"/>
      </a:lt2>
      <a:accent1>
        <a:srgbClr val="D7E5FF"/>
      </a:accent1>
      <a:accent2>
        <a:srgbClr val="F4B307"/>
      </a:accent2>
      <a:accent3>
        <a:srgbClr val="FFFFFF"/>
      </a:accent3>
      <a:accent4>
        <a:srgbClr val="454028"/>
      </a:accent4>
      <a:accent5>
        <a:srgbClr val="E8F0FF"/>
      </a:accent5>
      <a:accent6>
        <a:srgbClr val="DDA206"/>
      </a:accent6>
      <a:hlink>
        <a:srgbClr val="0A58B9"/>
      </a:hlink>
      <a:folHlink>
        <a:srgbClr val="93823E"/>
      </a:folHlink>
    </a:clrScheme>
    <a:fontScheme name="Blank Presentation">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128"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128"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Blank Presentation 13">
        <a:dk1>
          <a:srgbClr val="000000"/>
        </a:dk1>
        <a:lt1>
          <a:srgbClr val="FFF8D9"/>
        </a:lt1>
        <a:dk2>
          <a:srgbClr val="C10402"/>
        </a:dk2>
        <a:lt2>
          <a:srgbClr val="808080"/>
        </a:lt2>
        <a:accent1>
          <a:srgbClr val="D7E5FF"/>
        </a:accent1>
        <a:accent2>
          <a:srgbClr val="F4B307"/>
        </a:accent2>
        <a:accent3>
          <a:srgbClr val="FFFBE9"/>
        </a:accent3>
        <a:accent4>
          <a:srgbClr val="000000"/>
        </a:accent4>
        <a:accent5>
          <a:srgbClr val="E8F0FF"/>
        </a:accent5>
        <a:accent6>
          <a:srgbClr val="DDA206"/>
        </a:accent6>
        <a:hlink>
          <a:srgbClr val="0A58B9"/>
        </a:hlink>
        <a:folHlink>
          <a:srgbClr val="93823E"/>
        </a:folHlink>
      </a:clrScheme>
      <a:clrMap bg1="lt1" tx1="dk1" bg2="lt2" tx2="dk2" accent1="accent1" accent2="accent2" accent3="accent3" accent4="accent4" accent5="accent5" accent6="accent6" hlink="hlink" folHlink="folHlink"/>
    </a:extraClrScheme>
    <a:extraClrScheme>
      <a:clrScheme name="Blank Presentation 14">
        <a:dk1>
          <a:srgbClr val="524C31"/>
        </a:dk1>
        <a:lt1>
          <a:srgbClr val="FFF8D9"/>
        </a:lt1>
        <a:dk2>
          <a:srgbClr val="FFF7D5"/>
        </a:dk2>
        <a:lt2>
          <a:srgbClr val="808080"/>
        </a:lt2>
        <a:accent1>
          <a:srgbClr val="D7E5FF"/>
        </a:accent1>
        <a:accent2>
          <a:srgbClr val="F4B307"/>
        </a:accent2>
        <a:accent3>
          <a:srgbClr val="FFFBE9"/>
        </a:accent3>
        <a:accent4>
          <a:srgbClr val="454028"/>
        </a:accent4>
        <a:accent5>
          <a:srgbClr val="E8F0FF"/>
        </a:accent5>
        <a:accent6>
          <a:srgbClr val="DDA206"/>
        </a:accent6>
        <a:hlink>
          <a:srgbClr val="0A58B9"/>
        </a:hlink>
        <a:folHlink>
          <a:srgbClr val="93823E"/>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17584</TotalTime>
  <Words>2636</Words>
  <Application>Microsoft Macintosh PowerPoint</Application>
  <PresentationFormat>Custom</PresentationFormat>
  <Paragraphs>182</Paragraphs>
  <Slides>34</Slides>
  <Notes>32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Times</vt:lpstr>
      <vt:lpstr>Arial</vt:lpstr>
      <vt:lpstr>Helvetica</vt:lpstr>
      <vt:lpstr>Wingdings</vt:lpstr>
      <vt:lpstr>Blank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Stanford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Dave Ream</dc:creator>
  <cp:lastModifiedBy>김기풍</cp:lastModifiedBy>
  <cp:revision>4856</cp:revision>
  <cp:lastPrinted>2008-05-28T19:56:35Z</cp:lastPrinted>
  <dcterms:created xsi:type="dcterms:W3CDTF">2005-10-13T20:57:25Z</dcterms:created>
  <dcterms:modified xsi:type="dcterms:W3CDTF">2026-08-09T05:03:40Z</dcterms:modified>
</cp:coreProperties>
</file>